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11" Type="http://schemas.openxmlformats.org/officeDocument/2006/relationships/slide" Target="slides/slide6.xml"/><Relationship Id="rId22" Type="http://schemas.openxmlformats.org/officeDocument/2006/relationships/font" Target="fonts/Roboto-italic.fntdata"/><Relationship Id="rId10" Type="http://schemas.openxmlformats.org/officeDocument/2006/relationships/slide" Target="slides/slide5.xml"/><Relationship Id="rId21" Type="http://schemas.openxmlformats.org/officeDocument/2006/relationships/font" Target="fonts/Robo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9f71e29796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9f71e29796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9f71e29796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9f71e29796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9f71e29796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9f71e29796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9f71e29796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9f71e29796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a14881d00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a14881d00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a14881d00f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a14881d00f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a14881d00f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a14881d00f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a8e47862a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a8e47862a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a148817480_6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a148817480_6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aea088ebf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aea088ebf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aea088ebf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aea088ebf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aea088ebf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aea088ebf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aea088ebf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aea088ebf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Relationship Id="rId4" Type="http://schemas.openxmlformats.org/officeDocument/2006/relationships/image" Target="../media/image4.jpg"/><Relationship Id="rId5" Type="http://schemas.openxmlformats.org/officeDocument/2006/relationships/image" Target="../media/image3.jpg"/><Relationship Id="rId6" Type="http://schemas.openxmlformats.org/officeDocument/2006/relationships/image" Target="../media/image6.jpg"/><Relationship Id="rId7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24537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and Processing of Customization Requests to UGA Financial Systems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42261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Consultants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304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Team</a:t>
            </a:r>
            <a:endParaRPr/>
          </a:p>
        </p:txBody>
      </p:sp>
      <p:pic>
        <p:nvPicPr>
          <p:cNvPr id="92" name="Google Shape;9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224438" y="1336427"/>
            <a:ext cx="1708571" cy="113904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34950" y="2900100"/>
            <a:ext cx="11133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Caroline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McKeon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Modeler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0613" y="1068800"/>
            <a:ext cx="1350600" cy="167429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2097175" y="2900100"/>
            <a:ext cx="1350600" cy="11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Griffin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Sykes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Presenter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6" name="Google Shape;9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83575" y="1061275"/>
            <a:ext cx="1350600" cy="168935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3896688" y="2900100"/>
            <a:ext cx="1350600" cy="11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Andrew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Chung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Scheduler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8" name="Google Shape;98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07713" y="1051651"/>
            <a:ext cx="1492361" cy="170857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6004975" y="2900075"/>
            <a:ext cx="1045800" cy="8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Austin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Luke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0" name="Google Shape;100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73625" y="1051663"/>
            <a:ext cx="1139048" cy="170856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7773625" y="2900100"/>
            <a:ext cx="10458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Abhijeet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Patil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Writer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Process</a:t>
            </a:r>
            <a:endParaRPr/>
          </a:p>
        </p:txBody>
      </p:sp>
      <p:sp>
        <p:nvSpPr>
          <p:cNvPr id="107" name="Google Shape;107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Change Requests in UGA Financial Systems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Interviewed Crystal Rogers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Administrative Systems Support, Finance Division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Interviewed, Sharon Logan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Associate CIO for Finance and Administrative Systems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Value: Approval and implementation of change request to function team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Actors</a:t>
            </a:r>
            <a:endParaRPr/>
          </a:p>
        </p:txBody>
      </p:sp>
      <p:sp>
        <p:nvSpPr>
          <p:cNvPr id="113" name="Google Shape;113;p16"/>
          <p:cNvSpPr txBox="1"/>
          <p:nvPr>
            <p:ph idx="1" type="body"/>
          </p:nvPr>
        </p:nvSpPr>
        <p:spPr>
          <a:xfrm>
            <a:off x="311700" y="1229875"/>
            <a:ext cx="8520600" cy="374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One Source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Service Team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Module Lead- Crystal Rogers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One Source Integrated Leadership Team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One Source Leadership Team 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/>
              <a:t>2.      </a:t>
            </a:r>
            <a:r>
              <a:rPr lang="en" sz="1500"/>
              <a:t>EITS AIS</a:t>
            </a:r>
            <a:endParaRPr sz="1500"/>
          </a:p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Development Team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Associate CIO for Administrative Systems- Sharon Logan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/>
              <a:t>3.      Functional Team Member 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500"/>
              <a:t>4.      Application Management Services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/>
          <p:nvPr>
            <p:ph type="title"/>
          </p:nvPr>
        </p:nvSpPr>
        <p:spPr>
          <a:xfrm>
            <a:off x="946625" y="4884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 Lifecycle</a:t>
            </a:r>
            <a:endParaRPr/>
          </a:p>
        </p:txBody>
      </p:sp>
      <p:sp>
        <p:nvSpPr>
          <p:cNvPr id="119" name="Google Shape;119;p1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Function User submits change request ticket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ticket is redirected to Module Lead of OneSource for solutions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Approval by OneSource ILT and OneSource LT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After approvals, the ticket is then routed to EITS to review and test changes until requests are satisfied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Based on testing, ticket is either approved to be scheduled, rolled back completely, or goes back into testing to change the defects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Once approved for the final time, ticket is updated and migrated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When migration of ticket takes place into UGA account, AMS verification is needed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>
            <p:ph type="title"/>
          </p:nvPr>
        </p:nvSpPr>
        <p:spPr>
          <a:xfrm>
            <a:off x="0" y="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As-Is Model</a:t>
            </a:r>
            <a:endParaRPr/>
          </a:p>
        </p:txBody>
      </p:sp>
      <p:pic>
        <p:nvPicPr>
          <p:cNvPr id="125" name="Google Shape;12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6450" y="59125"/>
            <a:ext cx="3706849" cy="502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0" y="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As-Is Model</a:t>
            </a:r>
            <a:endParaRPr/>
          </a:p>
        </p:txBody>
      </p:sp>
      <p:pic>
        <p:nvPicPr>
          <p:cNvPr id="131" name="Google Shape;131;p19"/>
          <p:cNvPicPr preferRelativeResize="0"/>
          <p:nvPr/>
        </p:nvPicPr>
        <p:blipFill rotWithShape="1">
          <a:blip r:embed="rId3">
            <a:alphaModFix/>
          </a:blip>
          <a:srcRect b="32714" l="0" r="0" t="0"/>
          <a:stretch/>
        </p:blipFill>
        <p:spPr>
          <a:xfrm>
            <a:off x="2276450" y="59125"/>
            <a:ext cx="5296125" cy="4834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0" y="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As-Is Model</a:t>
            </a:r>
            <a:endParaRPr/>
          </a:p>
        </p:txBody>
      </p:sp>
      <p:pic>
        <p:nvPicPr>
          <p:cNvPr id="137" name="Google Shape;137;p20"/>
          <p:cNvPicPr preferRelativeResize="0"/>
          <p:nvPr/>
        </p:nvPicPr>
        <p:blipFill rotWithShape="1">
          <a:blip r:embed="rId3">
            <a:alphaModFix/>
          </a:blip>
          <a:srcRect b="0" l="0" r="0" t="55693"/>
          <a:stretch/>
        </p:blipFill>
        <p:spPr>
          <a:xfrm>
            <a:off x="1311625" y="663350"/>
            <a:ext cx="6991452" cy="4202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Potential Issues in the Process</a:t>
            </a:r>
            <a:endParaRPr/>
          </a:p>
        </p:txBody>
      </p:sp>
      <p:sp>
        <p:nvSpPr>
          <p:cNvPr id="143" name="Google Shape;143;p2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Unknown cycle time for the process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 KPIs (Key Performance Indicator) for the process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Evaluate success at reaching targets: Cycle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Manual input by financial lead for change requests into JIRA DB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Lack of integration between JIRA and PHIRE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Multiple level of approvals that can cancel the request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All related processes must go through end to end testing after upgrade or code change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To Be</a:t>
            </a:r>
            <a:r>
              <a:rPr lang="en"/>
              <a:t> Continued...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</a:t>
            </a:r>
            <a:endParaRPr/>
          </a:p>
        </p:txBody>
      </p:sp>
      <p:sp>
        <p:nvSpPr>
          <p:cNvPr id="154" name="Google Shape;154;p2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Allow Development Team Leader to have input in OneSource Leadership Team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Send customer estimated wait time on ticket request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Store everything into Phire database to eliminate JIRA database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To-Be Model</a:t>
            </a:r>
            <a:endParaRPr/>
          </a:p>
        </p:txBody>
      </p:sp>
      <p:pic>
        <p:nvPicPr>
          <p:cNvPr id="160" name="Google Shape;16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6625" y="661300"/>
            <a:ext cx="4669991" cy="3820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To-Be Model</a:t>
            </a:r>
            <a:endParaRPr/>
          </a:p>
        </p:txBody>
      </p:sp>
      <p:sp>
        <p:nvSpPr>
          <p:cNvPr id="166" name="Google Shape;166;p2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5444" y="72025"/>
            <a:ext cx="3367932" cy="473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To-Be Model</a:t>
            </a:r>
            <a:endParaRPr/>
          </a:p>
        </p:txBody>
      </p:sp>
      <p:pic>
        <p:nvPicPr>
          <p:cNvPr id="173" name="Google Shape;17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0550" y="661300"/>
            <a:ext cx="5529068" cy="3820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