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5" r:id="rId15"/>
    <p:sldId id="296" r:id="rId16"/>
    <p:sldId id="297" r:id="rId17"/>
    <p:sldId id="29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99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522EEF-AB58-7C9E-702F-83FD6BEA32D0}" v="5" dt="2025-11-28T18:19:40.453"/>
    <p1510:client id="{592368FE-C129-24B5-6CF7-10594A445E55}" v="336" dt="2025-11-29T15:18:11.452"/>
    <p1510:client id="{7F14738C-98C7-ABE5-EE67-C063E60C0B51}" v="21" dt="2025-11-29T15:15:11.222"/>
    <p1510:client id="{D5661297-6C92-179A-8AC0-2560EE5E11C5}" v="16" dt="2025-11-28T18:15:37.874"/>
    <p1510:client id="{F03F36DA-0F4C-09A1-EBC5-C64DAF8B0F94}" v="68" dt="2025-11-29T13:50:28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Cooper" userId="S::jcoop175@students.kennesaw.edu::cda8f079-87c5-4824-b060-93fd5c11a170" providerId="AD" clId="Web-{F03F36DA-0F4C-09A1-EBC5-C64DAF8B0F94}"/>
    <pc:docChg chg="addSld modSld">
      <pc:chgData name="James Cooper" userId="S::jcoop175@students.kennesaw.edu::cda8f079-87c5-4824-b060-93fd5c11a170" providerId="AD" clId="Web-{F03F36DA-0F4C-09A1-EBC5-C64DAF8B0F94}" dt="2025-11-29T13:50:31.466" v="71"/>
      <pc:docMkLst>
        <pc:docMk/>
      </pc:docMkLst>
      <pc:sldChg chg="addSp delSp modSp">
        <pc:chgData name="James Cooper" userId="S::jcoop175@students.kennesaw.edu::cda8f079-87c5-4824-b060-93fd5c11a170" providerId="AD" clId="Web-{F03F36DA-0F4C-09A1-EBC5-C64DAF8B0F94}" dt="2025-11-29T13:39:06.031" v="1"/>
        <pc:sldMkLst>
          <pc:docMk/>
          <pc:sldMk cId="0" sldId="263"/>
        </pc:sldMkLst>
        <pc:spChg chg="mod">
          <ac:chgData name="James Cooper" userId="S::jcoop175@students.kennesaw.edu::cda8f079-87c5-4824-b060-93fd5c11a170" providerId="AD" clId="Web-{F03F36DA-0F4C-09A1-EBC5-C64DAF8B0F94}" dt="2025-11-29T13:39:06.031" v="1"/>
          <ac:spMkLst>
            <pc:docMk/>
            <pc:sldMk cId="0" sldId="263"/>
            <ac:spMk id="2" creationId="{00000000-0000-0000-0000-000000000000}"/>
          </ac:spMkLst>
        </pc:spChg>
        <pc:spChg chg="mod">
          <ac:chgData name="James Cooper" userId="S::jcoop175@students.kennesaw.edu::cda8f079-87c5-4824-b060-93fd5c11a170" providerId="AD" clId="Web-{F03F36DA-0F4C-09A1-EBC5-C64DAF8B0F94}" dt="2025-11-29T13:39:06.031" v="1"/>
          <ac:spMkLst>
            <pc:docMk/>
            <pc:sldMk cId="0" sldId="263"/>
            <ac:spMk id="3" creationId="{00000000-0000-0000-0000-000000000000}"/>
          </ac:spMkLst>
        </pc:spChg>
        <pc:spChg chg="ord">
          <ac:chgData name="James Cooper" userId="S::jcoop175@students.kennesaw.edu::cda8f079-87c5-4824-b060-93fd5c11a170" providerId="AD" clId="Web-{F03F36DA-0F4C-09A1-EBC5-C64DAF8B0F94}" dt="2025-11-29T13:39:06.031" v="1"/>
          <ac:spMkLst>
            <pc:docMk/>
            <pc:sldMk cId="0" sldId="263"/>
            <ac:spMk id="6" creationId="{58F82369-A795-FB8C-4ED0-6F5D1C822160}"/>
          </ac:spMkLst>
        </pc:spChg>
        <pc:spChg chg="del">
          <ac:chgData name="James Cooper" userId="S::jcoop175@students.kennesaw.edu::cda8f079-87c5-4824-b060-93fd5c11a170" providerId="AD" clId="Web-{F03F36DA-0F4C-09A1-EBC5-C64DAF8B0F94}" dt="2025-11-29T13:39:06.031" v="1"/>
          <ac:spMkLst>
            <pc:docMk/>
            <pc:sldMk cId="0" sldId="263"/>
            <ac:spMk id="13" creationId="{C4AE1EFF-264A-4A42-BEA1-0E875F40D74F}"/>
          </ac:spMkLst>
        </pc:spChg>
        <pc:spChg chg="del">
          <ac:chgData name="James Cooper" userId="S::jcoop175@students.kennesaw.edu::cda8f079-87c5-4824-b060-93fd5c11a170" providerId="AD" clId="Web-{F03F36DA-0F4C-09A1-EBC5-C64DAF8B0F94}" dt="2025-11-29T13:39:06.031" v="1"/>
          <ac:spMkLst>
            <pc:docMk/>
            <pc:sldMk cId="0" sldId="263"/>
            <ac:spMk id="15" creationId="{29DC5A77-10C9-4ECF-B7EB-8D917F36A9EE}"/>
          </ac:spMkLst>
        </pc:spChg>
        <pc:spChg chg="del">
          <ac:chgData name="James Cooper" userId="S::jcoop175@students.kennesaw.edu::cda8f079-87c5-4824-b060-93fd5c11a170" providerId="AD" clId="Web-{F03F36DA-0F4C-09A1-EBC5-C64DAF8B0F94}" dt="2025-11-29T13:39:06.031" v="1"/>
          <ac:spMkLst>
            <pc:docMk/>
            <pc:sldMk cId="0" sldId="263"/>
            <ac:spMk id="19" creationId="{01014442-855A-4E0F-8D09-C314661A48B9}"/>
          </ac:spMkLst>
        </pc:spChg>
        <pc:spChg chg="del">
          <ac:chgData name="James Cooper" userId="S::jcoop175@students.kennesaw.edu::cda8f079-87c5-4824-b060-93fd5c11a170" providerId="AD" clId="Web-{F03F36DA-0F4C-09A1-EBC5-C64DAF8B0F94}" dt="2025-11-29T13:39:06.031" v="1"/>
          <ac:spMkLst>
            <pc:docMk/>
            <pc:sldMk cId="0" sldId="263"/>
            <ac:spMk id="23" creationId="{3FE91770-CDBB-4D24-94E5-AD484F36CE87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39:06.031" v="1"/>
          <ac:spMkLst>
            <pc:docMk/>
            <pc:sldMk cId="0" sldId="263"/>
            <ac:spMk id="28" creationId="{4F645BF8-7885-4398-80BC-4C0DF24F5CEE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39:06.031" v="1"/>
          <ac:spMkLst>
            <pc:docMk/>
            <pc:sldMk cId="0" sldId="263"/>
            <ac:spMk id="30" creationId="{3212FB65-CD2B-4005-B910-132DCE19FCC7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39:06.031" v="1"/>
          <ac:spMkLst>
            <pc:docMk/>
            <pc:sldMk cId="0" sldId="263"/>
            <ac:spMk id="32" creationId="{681577AD-DA5F-48B3-8FB9-5199BA9EE681}"/>
          </ac:spMkLst>
        </pc:spChg>
        <pc:picChg chg="add mod">
          <ac:chgData name="James Cooper" userId="S::jcoop175@students.kennesaw.edu::cda8f079-87c5-4824-b060-93fd5c11a170" providerId="AD" clId="Web-{F03F36DA-0F4C-09A1-EBC5-C64DAF8B0F94}" dt="2025-11-29T13:38:52.968" v="0"/>
          <ac:picMkLst>
            <pc:docMk/>
            <pc:sldMk cId="0" sldId="263"/>
            <ac:picMk id="4" creationId="{9055102E-84B2-2BAC-EA43-A1415E7A5305}"/>
          </ac:picMkLst>
        </pc:picChg>
      </pc:sldChg>
      <pc:sldChg chg="addSp delSp modSp">
        <pc:chgData name="James Cooper" userId="S::jcoop175@students.kennesaw.edu::cda8f079-87c5-4824-b060-93fd5c11a170" providerId="AD" clId="Web-{F03F36DA-0F4C-09A1-EBC5-C64DAF8B0F94}" dt="2025-11-29T13:42:46.583" v="3"/>
        <pc:sldMkLst>
          <pc:docMk/>
          <pc:sldMk cId="0" sldId="266"/>
        </pc:sldMkLst>
        <pc:spChg chg="mod">
          <ac:chgData name="James Cooper" userId="S::jcoop175@students.kennesaw.edu::cda8f079-87c5-4824-b060-93fd5c11a170" providerId="AD" clId="Web-{F03F36DA-0F4C-09A1-EBC5-C64DAF8B0F94}" dt="2025-11-29T13:42:46.583" v="3"/>
          <ac:spMkLst>
            <pc:docMk/>
            <pc:sldMk cId="0" sldId="266"/>
            <ac:spMk id="2" creationId="{00000000-0000-0000-0000-000000000000}"/>
          </ac:spMkLst>
        </pc:spChg>
        <pc:spChg chg="del">
          <ac:chgData name="James Cooper" userId="S::jcoop175@students.kennesaw.edu::cda8f079-87c5-4824-b060-93fd5c11a170" providerId="AD" clId="Web-{F03F36DA-0F4C-09A1-EBC5-C64DAF8B0F94}" dt="2025-11-29T13:42:46.583" v="3"/>
          <ac:spMkLst>
            <pc:docMk/>
            <pc:sldMk cId="0" sldId="266"/>
            <ac:spMk id="8" creationId="{43162304-DA60-4C31-9E2B-E22F8DA75FF5}"/>
          </ac:spMkLst>
        </pc:spChg>
        <pc:spChg chg="del">
          <ac:chgData name="James Cooper" userId="S::jcoop175@students.kennesaw.edu::cda8f079-87c5-4824-b060-93fd5c11a170" providerId="AD" clId="Web-{F03F36DA-0F4C-09A1-EBC5-C64DAF8B0F94}" dt="2025-11-29T13:42:46.583" v="3"/>
          <ac:spMkLst>
            <pc:docMk/>
            <pc:sldMk cId="0" sldId="266"/>
            <ac:spMk id="12" creationId="{29DC5A77-10C9-4ECF-B7EB-8D917F36A9EE}"/>
          </ac:spMkLst>
        </pc:spChg>
        <pc:spChg chg="del">
          <ac:chgData name="James Cooper" userId="S::jcoop175@students.kennesaw.edu::cda8f079-87c5-4824-b060-93fd5c11a170" providerId="AD" clId="Web-{F03F36DA-0F4C-09A1-EBC5-C64DAF8B0F94}" dt="2025-11-29T13:42:46.583" v="3"/>
          <ac:spMkLst>
            <pc:docMk/>
            <pc:sldMk cId="0" sldId="266"/>
            <ac:spMk id="14" creationId="{2FFE28B5-FB16-49A9-B851-3C35FAC0CACB}"/>
          </ac:spMkLst>
        </pc:spChg>
        <pc:spChg chg="del">
          <ac:chgData name="James Cooper" userId="S::jcoop175@students.kennesaw.edu::cda8f079-87c5-4824-b060-93fd5c11a170" providerId="AD" clId="Web-{F03F36DA-0F4C-09A1-EBC5-C64DAF8B0F94}" dt="2025-11-29T13:42:46.583" v="3"/>
          <ac:spMkLst>
            <pc:docMk/>
            <pc:sldMk cId="0" sldId="266"/>
            <ac:spMk id="16" creationId="{01014442-855A-4E0F-8D09-C314661A48B9}"/>
          </ac:spMkLst>
        </pc:spChg>
        <pc:spChg chg="del">
          <ac:chgData name="James Cooper" userId="S::jcoop175@students.kennesaw.edu::cda8f079-87c5-4824-b060-93fd5c11a170" providerId="AD" clId="Web-{F03F36DA-0F4C-09A1-EBC5-C64DAF8B0F94}" dt="2025-11-29T13:42:46.583" v="3"/>
          <ac:spMkLst>
            <pc:docMk/>
            <pc:sldMk cId="0" sldId="266"/>
            <ac:spMk id="18" creationId="{9B1ABF09-86CF-414E-88A5-2B84CC7232A9}"/>
          </ac:spMkLst>
        </pc:spChg>
        <pc:spChg chg="del">
          <ac:chgData name="James Cooper" userId="S::jcoop175@students.kennesaw.edu::cda8f079-87c5-4824-b060-93fd5c11a170" providerId="AD" clId="Web-{F03F36DA-0F4C-09A1-EBC5-C64DAF8B0F94}" dt="2025-11-29T13:42:46.583" v="3"/>
          <ac:spMkLst>
            <pc:docMk/>
            <pc:sldMk cId="0" sldId="266"/>
            <ac:spMk id="20" creationId="{3FE91770-CDBB-4D24-94E5-AD484F36CE87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42:46.583" v="3"/>
          <ac:spMkLst>
            <pc:docMk/>
            <pc:sldMk cId="0" sldId="266"/>
            <ac:spMk id="25" creationId="{4F645BF8-7885-4398-80BC-4C0DF24F5CEE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42:46.583" v="3"/>
          <ac:spMkLst>
            <pc:docMk/>
            <pc:sldMk cId="0" sldId="266"/>
            <ac:spMk id="27" creationId="{3212FB65-CD2B-4005-B910-132DCE19FCC7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42:46.583" v="3"/>
          <ac:spMkLst>
            <pc:docMk/>
            <pc:sldMk cId="0" sldId="266"/>
            <ac:spMk id="29" creationId="{681577AD-DA5F-48B3-8FB9-5199BA9EE681}"/>
          </ac:spMkLst>
        </pc:spChg>
        <pc:picChg chg="add mod">
          <ac:chgData name="James Cooper" userId="S::jcoop175@students.kennesaw.edu::cda8f079-87c5-4824-b060-93fd5c11a170" providerId="AD" clId="Web-{F03F36DA-0F4C-09A1-EBC5-C64DAF8B0F94}" dt="2025-11-29T13:42:07.205" v="2"/>
          <ac:picMkLst>
            <pc:docMk/>
            <pc:sldMk cId="0" sldId="266"/>
            <ac:picMk id="4" creationId="{BB7FE49C-76F9-A188-57E3-C3685A9B117D}"/>
          </ac:picMkLst>
        </pc:picChg>
      </pc:sldChg>
      <pc:sldChg chg="addSp delSp modSp new mod setBg">
        <pc:chgData name="James Cooper" userId="S::jcoop175@students.kennesaw.edu::cda8f079-87c5-4824-b060-93fd5c11a170" providerId="AD" clId="Web-{F03F36DA-0F4C-09A1-EBC5-C64DAF8B0F94}" dt="2025-11-29T13:45:34.705" v="18"/>
        <pc:sldMkLst>
          <pc:docMk/>
          <pc:sldMk cId="1548045693" sldId="295"/>
        </pc:sldMkLst>
        <pc:spChg chg="mod">
          <ac:chgData name="James Cooper" userId="S::jcoop175@students.kennesaw.edu::cda8f079-87c5-4824-b060-93fd5c11a170" providerId="AD" clId="Web-{F03F36DA-0F4C-09A1-EBC5-C64DAF8B0F94}" dt="2025-11-29T13:45:34.705" v="18"/>
          <ac:spMkLst>
            <pc:docMk/>
            <pc:sldMk cId="1548045693" sldId="295"/>
            <ac:spMk id="2" creationId="{1D9EF037-A1C8-5F39-A020-5AB1620EF1B7}"/>
          </ac:spMkLst>
        </pc:spChg>
        <pc:spChg chg="del">
          <ac:chgData name="James Cooper" userId="S::jcoop175@students.kennesaw.edu::cda8f079-87c5-4824-b060-93fd5c11a170" providerId="AD" clId="Web-{F03F36DA-0F4C-09A1-EBC5-C64DAF8B0F94}" dt="2025-11-29T13:45:29.642" v="17"/>
          <ac:spMkLst>
            <pc:docMk/>
            <pc:sldMk cId="1548045693" sldId="295"/>
            <ac:spMk id="3" creationId="{2F8A080B-13EC-086D-3E0E-1FC4DCCA601D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45:34.705" v="18"/>
          <ac:spMkLst>
            <pc:docMk/>
            <pc:sldMk cId="1548045693" sldId="295"/>
            <ac:spMk id="9" creationId="{DB8424AB-D56B-4256-866A-5B54DE93C20F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45:34.705" v="18"/>
          <ac:spMkLst>
            <pc:docMk/>
            <pc:sldMk cId="1548045693" sldId="295"/>
            <ac:spMk id="11" creationId="{FC999C28-AD33-4EB7-A5F1-C06D10A5FDF7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45:34.705" v="18"/>
          <ac:spMkLst>
            <pc:docMk/>
            <pc:sldMk cId="1548045693" sldId="295"/>
            <ac:spMk id="13" creationId="{0864E5C9-52C9-4572-AC75-548B9B9C2648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45:34.705" v="18"/>
          <ac:spMkLst>
            <pc:docMk/>
            <pc:sldMk cId="1548045693" sldId="295"/>
            <ac:spMk id="15" creationId="{45CC6500-4DBD-4C34-BC14-2387FB483BEB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45:34.705" v="18"/>
          <ac:spMkLst>
            <pc:docMk/>
            <pc:sldMk cId="1548045693" sldId="295"/>
            <ac:spMk id="17" creationId="{4E34A3B6-BAD2-4156-BDC6-4736248BFDE0}"/>
          </ac:spMkLst>
        </pc:spChg>
        <pc:picChg chg="add mod ord">
          <ac:chgData name="James Cooper" userId="S::jcoop175@students.kennesaw.edu::cda8f079-87c5-4824-b060-93fd5c11a170" providerId="AD" clId="Web-{F03F36DA-0F4C-09A1-EBC5-C64DAF8B0F94}" dt="2025-11-29T13:45:34.705" v="18"/>
          <ac:picMkLst>
            <pc:docMk/>
            <pc:sldMk cId="1548045693" sldId="295"/>
            <ac:picMk id="4" creationId="{A2E17534-E908-53ED-A48E-4A563CF45F80}"/>
          </ac:picMkLst>
        </pc:picChg>
      </pc:sldChg>
      <pc:sldChg chg="addSp delSp modSp new mod setBg">
        <pc:chgData name="James Cooper" userId="S::jcoop175@students.kennesaw.edu::cda8f079-87c5-4824-b060-93fd5c11a170" providerId="AD" clId="Web-{F03F36DA-0F4C-09A1-EBC5-C64DAF8B0F94}" dt="2025-11-29T13:47:03.162" v="34"/>
        <pc:sldMkLst>
          <pc:docMk/>
          <pc:sldMk cId="2299198690" sldId="296"/>
        </pc:sldMkLst>
        <pc:spChg chg="mod">
          <ac:chgData name="James Cooper" userId="S::jcoop175@students.kennesaw.edu::cda8f079-87c5-4824-b060-93fd5c11a170" providerId="AD" clId="Web-{F03F36DA-0F4C-09A1-EBC5-C64DAF8B0F94}" dt="2025-11-29T13:47:03.162" v="34"/>
          <ac:spMkLst>
            <pc:docMk/>
            <pc:sldMk cId="2299198690" sldId="296"/>
            <ac:spMk id="2" creationId="{4F927A52-411E-EEE5-C1B1-0E7ADD08A70C}"/>
          </ac:spMkLst>
        </pc:spChg>
        <pc:spChg chg="del">
          <ac:chgData name="James Cooper" userId="S::jcoop175@students.kennesaw.edu::cda8f079-87c5-4824-b060-93fd5c11a170" providerId="AD" clId="Web-{F03F36DA-0F4C-09A1-EBC5-C64DAF8B0F94}" dt="2025-11-29T13:46:21.379" v="20"/>
          <ac:spMkLst>
            <pc:docMk/>
            <pc:sldMk cId="2299198690" sldId="296"/>
            <ac:spMk id="3" creationId="{8EE46C7E-270A-7218-D01E-EE8DB06556F3}"/>
          </ac:spMkLst>
        </pc:spChg>
        <pc:spChg chg="add del">
          <ac:chgData name="James Cooper" userId="S::jcoop175@students.kennesaw.edu::cda8f079-87c5-4824-b060-93fd5c11a170" providerId="AD" clId="Web-{F03F36DA-0F4C-09A1-EBC5-C64DAF8B0F94}" dt="2025-11-29T13:47:03.147" v="33"/>
          <ac:spMkLst>
            <pc:docMk/>
            <pc:sldMk cId="2299198690" sldId="296"/>
            <ac:spMk id="8" creationId="{31C9A173-DEB3-5D41-0B7D-6323492E12EC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47:03.162" v="34"/>
          <ac:spMkLst>
            <pc:docMk/>
            <pc:sldMk cId="2299198690" sldId="296"/>
            <ac:spMk id="9" creationId="{DB8424AB-D56B-4256-866A-5B54DE93C20F}"/>
          </ac:spMkLst>
        </pc:spChg>
        <pc:spChg chg="add del">
          <ac:chgData name="James Cooper" userId="S::jcoop175@students.kennesaw.edu::cda8f079-87c5-4824-b060-93fd5c11a170" providerId="AD" clId="Web-{F03F36DA-0F4C-09A1-EBC5-C64DAF8B0F94}" dt="2025-11-29T13:47:03.147" v="33"/>
          <ac:spMkLst>
            <pc:docMk/>
            <pc:sldMk cId="2299198690" sldId="296"/>
            <ac:spMk id="11" creationId="{A35CBD63-8F8F-47DC-9CE7-159E6161D872}"/>
          </ac:spMkLst>
        </pc:spChg>
        <pc:spChg chg="add del">
          <ac:chgData name="James Cooper" userId="S::jcoop175@students.kennesaw.edu::cda8f079-87c5-4824-b060-93fd5c11a170" providerId="AD" clId="Web-{F03F36DA-0F4C-09A1-EBC5-C64DAF8B0F94}" dt="2025-11-29T13:47:03.147" v="33"/>
          <ac:spMkLst>
            <pc:docMk/>
            <pc:sldMk cId="2299198690" sldId="296"/>
            <ac:spMk id="13" creationId="{CA0E3486-FD49-4921-B4F4-E5BB5C88AC79}"/>
          </ac:spMkLst>
        </pc:spChg>
        <pc:spChg chg="add del">
          <ac:chgData name="James Cooper" userId="S::jcoop175@students.kennesaw.edu::cda8f079-87c5-4824-b060-93fd5c11a170" providerId="AD" clId="Web-{F03F36DA-0F4C-09A1-EBC5-C64DAF8B0F94}" dt="2025-11-29T13:47:03.147" v="33"/>
          <ac:spMkLst>
            <pc:docMk/>
            <pc:sldMk cId="2299198690" sldId="296"/>
            <ac:spMk id="15" creationId="{83B4A72C-2924-4CE2-8674-7E02E182ED6D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47:03.162" v="34"/>
          <ac:spMkLst>
            <pc:docMk/>
            <pc:sldMk cId="2299198690" sldId="296"/>
            <ac:spMk id="17" creationId="{FC999C28-AD33-4EB7-A5F1-C06D10A5FDF7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47:03.162" v="34"/>
          <ac:spMkLst>
            <pc:docMk/>
            <pc:sldMk cId="2299198690" sldId="296"/>
            <ac:spMk id="18" creationId="{9203ABB4-7E2A-4248-9FE7-4A419AFF2F17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47:03.162" v="34"/>
          <ac:spMkLst>
            <pc:docMk/>
            <pc:sldMk cId="2299198690" sldId="296"/>
            <ac:spMk id="19" creationId="{3126970D-C1E5-4FB1-84E8-86CB9CED1C80}"/>
          </ac:spMkLst>
        </pc:spChg>
        <pc:picChg chg="add mod ord">
          <ac:chgData name="James Cooper" userId="S::jcoop175@students.kennesaw.edu::cda8f079-87c5-4824-b060-93fd5c11a170" providerId="AD" clId="Web-{F03F36DA-0F4C-09A1-EBC5-C64DAF8B0F94}" dt="2025-11-29T13:47:03.162" v="34"/>
          <ac:picMkLst>
            <pc:docMk/>
            <pc:sldMk cId="2299198690" sldId="296"/>
            <ac:picMk id="4" creationId="{9B3DE4B0-B954-91A2-D619-1462BA4984B3}"/>
          </ac:picMkLst>
        </pc:picChg>
      </pc:sldChg>
      <pc:sldChg chg="addSp delSp modSp new mod setBg">
        <pc:chgData name="James Cooper" userId="S::jcoop175@students.kennesaw.edu::cda8f079-87c5-4824-b060-93fd5c11a170" providerId="AD" clId="Web-{F03F36DA-0F4C-09A1-EBC5-C64DAF8B0F94}" dt="2025-11-29T13:48:07.243" v="53"/>
        <pc:sldMkLst>
          <pc:docMk/>
          <pc:sldMk cId="3430537649" sldId="297"/>
        </pc:sldMkLst>
        <pc:spChg chg="mod">
          <ac:chgData name="James Cooper" userId="S::jcoop175@students.kennesaw.edu::cda8f079-87c5-4824-b060-93fd5c11a170" providerId="AD" clId="Web-{F03F36DA-0F4C-09A1-EBC5-C64DAF8B0F94}" dt="2025-11-29T13:48:07.243" v="53"/>
          <ac:spMkLst>
            <pc:docMk/>
            <pc:sldMk cId="3430537649" sldId="297"/>
            <ac:spMk id="2" creationId="{6E7B9D5B-620E-60A6-53E3-8930166B85A4}"/>
          </ac:spMkLst>
        </pc:spChg>
        <pc:spChg chg="del">
          <ac:chgData name="James Cooper" userId="S::jcoop175@students.kennesaw.edu::cda8f079-87c5-4824-b060-93fd5c11a170" providerId="AD" clId="Web-{F03F36DA-0F4C-09A1-EBC5-C64DAF8B0F94}" dt="2025-11-29T13:47:48.070" v="36"/>
          <ac:spMkLst>
            <pc:docMk/>
            <pc:sldMk cId="3430537649" sldId="297"/>
            <ac:spMk id="3" creationId="{CF95D766-8529-1A50-A5FB-277815F6CA85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48:07.243" v="53"/>
          <ac:spMkLst>
            <pc:docMk/>
            <pc:sldMk cId="3430537649" sldId="297"/>
            <ac:spMk id="9" creationId="{DB8424AB-D56B-4256-866A-5B54DE93C20F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48:07.243" v="53"/>
          <ac:spMkLst>
            <pc:docMk/>
            <pc:sldMk cId="3430537649" sldId="297"/>
            <ac:spMk id="11" creationId="{FC999C28-AD33-4EB7-A5F1-C06D10A5FDF7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48:07.243" v="53"/>
          <ac:spMkLst>
            <pc:docMk/>
            <pc:sldMk cId="3430537649" sldId="297"/>
            <ac:spMk id="13" creationId="{0864E5C9-52C9-4572-AC75-548B9B9C2648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48:07.243" v="53"/>
          <ac:spMkLst>
            <pc:docMk/>
            <pc:sldMk cId="3430537649" sldId="297"/>
            <ac:spMk id="15" creationId="{45CC6500-4DBD-4C34-BC14-2387FB483BEB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48:07.243" v="53"/>
          <ac:spMkLst>
            <pc:docMk/>
            <pc:sldMk cId="3430537649" sldId="297"/>
            <ac:spMk id="17" creationId="{4E34A3B6-BAD2-4156-BDC6-4736248BFDE0}"/>
          </ac:spMkLst>
        </pc:spChg>
        <pc:picChg chg="add mod ord">
          <ac:chgData name="James Cooper" userId="S::jcoop175@students.kennesaw.edu::cda8f079-87c5-4824-b060-93fd5c11a170" providerId="AD" clId="Web-{F03F36DA-0F4C-09A1-EBC5-C64DAF8B0F94}" dt="2025-11-29T13:48:07.243" v="53"/>
          <ac:picMkLst>
            <pc:docMk/>
            <pc:sldMk cId="3430537649" sldId="297"/>
            <ac:picMk id="4" creationId="{18A26D9C-E71C-7707-BB87-50EB399BED64}"/>
          </ac:picMkLst>
        </pc:picChg>
      </pc:sldChg>
      <pc:sldChg chg="addSp delSp modSp new mod setBg">
        <pc:chgData name="James Cooper" userId="S::jcoop175@students.kennesaw.edu::cda8f079-87c5-4824-b060-93fd5c11a170" providerId="AD" clId="Web-{F03F36DA-0F4C-09A1-EBC5-C64DAF8B0F94}" dt="2025-11-29T13:50:31.466" v="71"/>
        <pc:sldMkLst>
          <pc:docMk/>
          <pc:sldMk cId="2764230536" sldId="298"/>
        </pc:sldMkLst>
        <pc:spChg chg="mod">
          <ac:chgData name="James Cooper" userId="S::jcoop175@students.kennesaw.edu::cda8f079-87c5-4824-b060-93fd5c11a170" providerId="AD" clId="Web-{F03F36DA-0F4C-09A1-EBC5-C64DAF8B0F94}" dt="2025-11-29T13:50:31.466" v="71"/>
          <ac:spMkLst>
            <pc:docMk/>
            <pc:sldMk cId="2764230536" sldId="298"/>
            <ac:spMk id="2" creationId="{3159002B-B742-EEED-E449-637E240CFB24}"/>
          </ac:spMkLst>
        </pc:spChg>
        <pc:spChg chg="del">
          <ac:chgData name="James Cooper" userId="S::jcoop175@students.kennesaw.edu::cda8f079-87c5-4824-b060-93fd5c11a170" providerId="AD" clId="Web-{F03F36DA-0F4C-09A1-EBC5-C64DAF8B0F94}" dt="2025-11-29T13:49:50.043" v="55"/>
          <ac:spMkLst>
            <pc:docMk/>
            <pc:sldMk cId="2764230536" sldId="298"/>
            <ac:spMk id="3" creationId="{5F6BB770-BB28-B1F0-B538-990C6C7E425A}"/>
          </ac:spMkLst>
        </pc:spChg>
        <pc:spChg chg="add del">
          <ac:chgData name="James Cooper" userId="S::jcoop175@students.kennesaw.edu::cda8f079-87c5-4824-b060-93fd5c11a170" providerId="AD" clId="Web-{F03F36DA-0F4C-09A1-EBC5-C64DAF8B0F94}" dt="2025-11-29T13:50:31.466" v="70"/>
          <ac:spMkLst>
            <pc:docMk/>
            <pc:sldMk cId="2764230536" sldId="298"/>
            <ac:spMk id="8" creationId="{0EF5EE58-7819-238B-61B7-BCDE0C9E9B41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50:31.466" v="71"/>
          <ac:spMkLst>
            <pc:docMk/>
            <pc:sldMk cId="2764230536" sldId="298"/>
            <ac:spMk id="9" creationId="{DB8424AB-D56B-4256-866A-5B54DE93C20F}"/>
          </ac:spMkLst>
        </pc:spChg>
        <pc:spChg chg="add del">
          <ac:chgData name="James Cooper" userId="S::jcoop175@students.kennesaw.edu::cda8f079-87c5-4824-b060-93fd5c11a170" providerId="AD" clId="Web-{F03F36DA-0F4C-09A1-EBC5-C64DAF8B0F94}" dt="2025-11-29T13:50:31.466" v="70"/>
          <ac:spMkLst>
            <pc:docMk/>
            <pc:sldMk cId="2764230536" sldId="298"/>
            <ac:spMk id="11" creationId="{B5DC95B7-2A72-483B-BA19-2BE751205541}"/>
          </ac:spMkLst>
        </pc:spChg>
        <pc:spChg chg="add del">
          <ac:chgData name="James Cooper" userId="S::jcoop175@students.kennesaw.edu::cda8f079-87c5-4824-b060-93fd5c11a170" providerId="AD" clId="Web-{F03F36DA-0F4C-09A1-EBC5-C64DAF8B0F94}" dt="2025-11-29T13:50:31.466" v="70"/>
          <ac:spMkLst>
            <pc:docMk/>
            <pc:sldMk cId="2764230536" sldId="298"/>
            <ac:spMk id="13" creationId="{1C822AFE-7E96-4A51-9E55-FCAEACD21357}"/>
          </ac:spMkLst>
        </pc:spChg>
        <pc:spChg chg="add del">
          <ac:chgData name="James Cooper" userId="S::jcoop175@students.kennesaw.edu::cda8f079-87c5-4824-b060-93fd5c11a170" providerId="AD" clId="Web-{F03F36DA-0F4C-09A1-EBC5-C64DAF8B0F94}" dt="2025-11-29T13:50:31.466" v="70"/>
          <ac:spMkLst>
            <pc:docMk/>
            <pc:sldMk cId="2764230536" sldId="298"/>
            <ac:spMk id="15" creationId="{9169EA61-C175-4B7E-807B-58199DEA7FB3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50:31.466" v="71"/>
          <ac:spMkLst>
            <pc:docMk/>
            <pc:sldMk cId="2764230536" sldId="298"/>
            <ac:spMk id="17" creationId="{4E34A3B6-BAD2-4156-BDC6-4736248BFDE0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50:31.466" v="71"/>
          <ac:spMkLst>
            <pc:docMk/>
            <pc:sldMk cId="2764230536" sldId="298"/>
            <ac:spMk id="18" creationId="{FC999C28-AD33-4EB7-A5F1-C06D10A5FDF7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50:31.466" v="71"/>
          <ac:spMkLst>
            <pc:docMk/>
            <pc:sldMk cId="2764230536" sldId="298"/>
            <ac:spMk id="19" creationId="{0864E5C9-52C9-4572-AC75-548B9B9C2648}"/>
          </ac:spMkLst>
        </pc:spChg>
        <pc:spChg chg="add">
          <ac:chgData name="James Cooper" userId="S::jcoop175@students.kennesaw.edu::cda8f079-87c5-4824-b060-93fd5c11a170" providerId="AD" clId="Web-{F03F36DA-0F4C-09A1-EBC5-C64DAF8B0F94}" dt="2025-11-29T13:50:31.466" v="71"/>
          <ac:spMkLst>
            <pc:docMk/>
            <pc:sldMk cId="2764230536" sldId="298"/>
            <ac:spMk id="20" creationId="{45CC6500-4DBD-4C34-BC14-2387FB483BEB}"/>
          </ac:spMkLst>
        </pc:spChg>
        <pc:picChg chg="add mod ord">
          <ac:chgData name="James Cooper" userId="S::jcoop175@students.kennesaw.edu::cda8f079-87c5-4824-b060-93fd5c11a170" providerId="AD" clId="Web-{F03F36DA-0F4C-09A1-EBC5-C64DAF8B0F94}" dt="2025-11-29T13:50:31.466" v="71"/>
          <ac:picMkLst>
            <pc:docMk/>
            <pc:sldMk cId="2764230536" sldId="298"/>
            <ac:picMk id="4" creationId="{F821BA48-E3DA-5936-85A8-6CB18F9CCFC6}"/>
          </ac:picMkLst>
        </pc:picChg>
      </pc:sldChg>
    </pc:docChg>
  </pc:docChgLst>
  <pc:docChgLst>
    <pc:chgData name="Christopher Davis" userId="46aa9be6-4f4b-49ae-8a1b-aecad06bb4a8" providerId="ADAL" clId="{B7ADAAA4-C9C1-4DC9-9552-6AEBFD83C1F6}"/>
    <pc:docChg chg="modSld">
      <pc:chgData name="Christopher Davis" userId="46aa9be6-4f4b-49ae-8a1b-aecad06bb4a8" providerId="ADAL" clId="{B7ADAAA4-C9C1-4DC9-9552-6AEBFD83C1F6}" dt="2025-11-29T02:03:36.632" v="11" actId="1076"/>
      <pc:docMkLst>
        <pc:docMk/>
      </pc:docMkLst>
      <pc:sldChg chg="modSp mod">
        <pc:chgData name="Christopher Davis" userId="46aa9be6-4f4b-49ae-8a1b-aecad06bb4a8" providerId="ADAL" clId="{B7ADAAA4-C9C1-4DC9-9552-6AEBFD83C1F6}" dt="2025-11-29T02:03:20.898" v="10" actId="1076"/>
        <pc:sldMkLst>
          <pc:docMk/>
          <pc:sldMk cId="0" sldId="278"/>
        </pc:sldMkLst>
        <pc:picChg chg="mod">
          <ac:chgData name="Christopher Davis" userId="46aa9be6-4f4b-49ae-8a1b-aecad06bb4a8" providerId="ADAL" clId="{B7ADAAA4-C9C1-4DC9-9552-6AEBFD83C1F6}" dt="2025-11-29T02:03:20.898" v="10" actId="1076"/>
          <ac:picMkLst>
            <pc:docMk/>
            <pc:sldMk cId="0" sldId="278"/>
            <ac:picMk id="4" creationId="{57E39C97-6241-FDBC-EC15-729D4AA2D8D4}"/>
          </ac:picMkLst>
        </pc:picChg>
      </pc:sldChg>
      <pc:sldChg chg="modSp mod">
        <pc:chgData name="Christopher Davis" userId="46aa9be6-4f4b-49ae-8a1b-aecad06bb4a8" providerId="ADAL" clId="{B7ADAAA4-C9C1-4DC9-9552-6AEBFD83C1F6}" dt="2025-11-29T02:03:36.632" v="11" actId="1076"/>
        <pc:sldMkLst>
          <pc:docMk/>
          <pc:sldMk cId="0" sldId="279"/>
        </pc:sldMkLst>
        <pc:picChg chg="mod">
          <ac:chgData name="Christopher Davis" userId="46aa9be6-4f4b-49ae-8a1b-aecad06bb4a8" providerId="ADAL" clId="{B7ADAAA4-C9C1-4DC9-9552-6AEBFD83C1F6}" dt="2025-11-29T02:03:36.632" v="11" actId="1076"/>
          <ac:picMkLst>
            <pc:docMk/>
            <pc:sldMk cId="0" sldId="279"/>
            <ac:picMk id="6" creationId="{E9A46AE2-F9B2-6704-DC42-24AA08BFF15E}"/>
          </ac:picMkLst>
        </pc:picChg>
      </pc:sldChg>
      <pc:sldChg chg="modSp mod">
        <pc:chgData name="Christopher Davis" userId="46aa9be6-4f4b-49ae-8a1b-aecad06bb4a8" providerId="ADAL" clId="{B7ADAAA4-C9C1-4DC9-9552-6AEBFD83C1F6}" dt="2025-11-29T02:02:13.074" v="7" actId="14100"/>
        <pc:sldMkLst>
          <pc:docMk/>
          <pc:sldMk cId="0" sldId="280"/>
        </pc:sldMkLst>
        <pc:picChg chg="mod">
          <ac:chgData name="Christopher Davis" userId="46aa9be6-4f4b-49ae-8a1b-aecad06bb4a8" providerId="ADAL" clId="{B7ADAAA4-C9C1-4DC9-9552-6AEBFD83C1F6}" dt="2025-11-29T02:02:13.074" v="7" actId="14100"/>
          <ac:picMkLst>
            <pc:docMk/>
            <pc:sldMk cId="0" sldId="280"/>
            <ac:picMk id="4" creationId="{D8E4E213-4434-63E7-2005-59CA5906D043}"/>
          </ac:picMkLst>
        </pc:picChg>
      </pc:sldChg>
    </pc:docChg>
  </pc:docChgLst>
  <pc:docChgLst>
    <pc:chgData name="James Cooper" userId="S::jcoop175@students.kennesaw.edu::cda8f079-87c5-4824-b060-93fd5c11a170" providerId="AD" clId="Web-{7F14738C-98C7-ABE5-EE67-C063E60C0B51}"/>
    <pc:docChg chg="addSld modSld">
      <pc:chgData name="James Cooper" userId="S::jcoop175@students.kennesaw.edu::cda8f079-87c5-4824-b060-93fd5c11a170" providerId="AD" clId="Web-{7F14738C-98C7-ABE5-EE67-C063E60C0B51}" dt="2025-11-29T15:15:10.878" v="19"/>
      <pc:docMkLst>
        <pc:docMk/>
      </pc:docMkLst>
      <pc:sldChg chg="addSp delSp modSp new mod setBg">
        <pc:chgData name="James Cooper" userId="S::jcoop175@students.kennesaw.edu::cda8f079-87c5-4824-b060-93fd5c11a170" providerId="AD" clId="Web-{7F14738C-98C7-ABE5-EE67-C063E60C0B51}" dt="2025-11-29T15:15:10.878" v="19"/>
        <pc:sldMkLst>
          <pc:docMk/>
          <pc:sldMk cId="3653922162" sldId="299"/>
        </pc:sldMkLst>
        <pc:spChg chg="mod">
          <ac:chgData name="James Cooper" userId="S::jcoop175@students.kennesaw.edu::cda8f079-87c5-4824-b060-93fd5c11a170" providerId="AD" clId="Web-{7F14738C-98C7-ABE5-EE67-C063E60C0B51}" dt="2025-11-29T15:15:10.878" v="19"/>
          <ac:spMkLst>
            <pc:docMk/>
            <pc:sldMk cId="3653922162" sldId="299"/>
            <ac:spMk id="2" creationId="{CD7DAE4E-6B76-CA6F-72BA-0AB153A95487}"/>
          </ac:spMkLst>
        </pc:spChg>
        <pc:spChg chg="del">
          <ac:chgData name="James Cooper" userId="S::jcoop175@students.kennesaw.edu::cda8f079-87c5-4824-b060-93fd5c11a170" providerId="AD" clId="Web-{7F14738C-98C7-ABE5-EE67-C063E60C0B51}" dt="2025-11-29T15:14:39.340" v="1"/>
          <ac:spMkLst>
            <pc:docMk/>
            <pc:sldMk cId="3653922162" sldId="299"/>
            <ac:spMk id="3" creationId="{45EE65D5-6768-89A5-AFFF-7D06334941D8}"/>
          </ac:spMkLst>
        </pc:spChg>
        <pc:spChg chg="add">
          <ac:chgData name="James Cooper" userId="S::jcoop175@students.kennesaw.edu::cda8f079-87c5-4824-b060-93fd5c11a170" providerId="AD" clId="Web-{7F14738C-98C7-ABE5-EE67-C063E60C0B51}" dt="2025-11-29T15:15:10.878" v="19"/>
          <ac:spMkLst>
            <pc:docMk/>
            <pc:sldMk cId="3653922162" sldId="299"/>
            <ac:spMk id="9" creationId="{17115F77-2FAE-4CA7-9A7F-10D5F2C8F831}"/>
          </ac:spMkLst>
        </pc:spChg>
        <pc:spChg chg="add">
          <ac:chgData name="James Cooper" userId="S::jcoop175@students.kennesaw.edu::cda8f079-87c5-4824-b060-93fd5c11a170" providerId="AD" clId="Web-{7F14738C-98C7-ABE5-EE67-C063E60C0B51}" dt="2025-11-29T15:15:10.878" v="19"/>
          <ac:spMkLst>
            <pc:docMk/>
            <pc:sldMk cId="3653922162" sldId="299"/>
            <ac:spMk id="11" creationId="{5CD4C046-A04C-46CC-AFA3-6B0621F628C8}"/>
          </ac:spMkLst>
        </pc:spChg>
        <pc:spChg chg="add">
          <ac:chgData name="James Cooper" userId="S::jcoop175@students.kennesaw.edu::cda8f079-87c5-4824-b060-93fd5c11a170" providerId="AD" clId="Web-{7F14738C-98C7-ABE5-EE67-C063E60C0B51}" dt="2025-11-29T15:15:10.878" v="19"/>
          <ac:spMkLst>
            <pc:docMk/>
            <pc:sldMk cId="3653922162" sldId="299"/>
            <ac:spMk id="13" creationId="{66C7A97A-A7DE-4DFB-8542-1E4BF24C7D31}"/>
          </ac:spMkLst>
        </pc:spChg>
        <pc:spChg chg="add">
          <ac:chgData name="James Cooper" userId="S::jcoop175@students.kennesaw.edu::cda8f079-87c5-4824-b060-93fd5c11a170" providerId="AD" clId="Web-{7F14738C-98C7-ABE5-EE67-C063E60C0B51}" dt="2025-11-29T15:15:10.878" v="19"/>
          <ac:spMkLst>
            <pc:docMk/>
            <pc:sldMk cId="3653922162" sldId="299"/>
            <ac:spMk id="15" creationId="{BE111DB0-3D73-4D20-9D57-CEF5A0D865B9}"/>
          </ac:spMkLst>
        </pc:spChg>
        <pc:spChg chg="add">
          <ac:chgData name="James Cooper" userId="S::jcoop175@students.kennesaw.edu::cda8f079-87c5-4824-b060-93fd5c11a170" providerId="AD" clId="Web-{7F14738C-98C7-ABE5-EE67-C063E60C0B51}" dt="2025-11-29T15:15:10.878" v="19"/>
          <ac:spMkLst>
            <pc:docMk/>
            <pc:sldMk cId="3653922162" sldId="299"/>
            <ac:spMk id="17" creationId="{027ADCA0-A066-4B16-8E1F-3C2483947B72}"/>
          </ac:spMkLst>
        </pc:spChg>
        <pc:picChg chg="add mod ord">
          <ac:chgData name="James Cooper" userId="S::jcoop175@students.kennesaw.edu::cda8f079-87c5-4824-b060-93fd5c11a170" providerId="AD" clId="Web-{7F14738C-98C7-ABE5-EE67-C063E60C0B51}" dt="2025-11-29T15:15:10.878" v="19"/>
          <ac:picMkLst>
            <pc:docMk/>
            <pc:sldMk cId="3653922162" sldId="299"/>
            <ac:picMk id="4" creationId="{2ACE8A57-F9FC-40D5-F584-2030F5D69A46}"/>
          </ac:picMkLst>
        </pc:picChg>
      </pc:sldChg>
    </pc:docChg>
  </pc:docChgLst>
  <pc:docChgLst>
    <pc:chgData name="James Cooper" userId="S::jcoop175@students.kennesaw.edu::cda8f079-87c5-4824-b060-93fd5c11a170" providerId="AD" clId="Web-{D5661297-6C92-179A-8AC0-2560EE5E11C5}"/>
    <pc:docChg chg="modSld">
      <pc:chgData name="James Cooper" userId="S::jcoop175@students.kennesaw.edu::cda8f079-87c5-4824-b060-93fd5c11a170" providerId="AD" clId="Web-{D5661297-6C92-179A-8AC0-2560EE5E11C5}" dt="2025-11-28T18:15:37.874" v="16"/>
      <pc:docMkLst>
        <pc:docMk/>
      </pc:docMkLst>
      <pc:sldChg chg="addSp delSp modSp">
        <pc:chgData name="James Cooper" userId="S::jcoop175@students.kennesaw.edu::cda8f079-87c5-4824-b060-93fd5c11a170" providerId="AD" clId="Web-{D5661297-6C92-179A-8AC0-2560EE5E11C5}" dt="2025-11-28T17:20:46.834" v="9"/>
        <pc:sldMkLst>
          <pc:docMk/>
          <pc:sldMk cId="0" sldId="262"/>
        </pc:sldMkLst>
        <pc:spChg chg="mod">
          <ac:chgData name="James Cooper" userId="S::jcoop175@students.kennesaw.edu::cda8f079-87c5-4824-b060-93fd5c11a170" providerId="AD" clId="Web-{D5661297-6C92-179A-8AC0-2560EE5E11C5}" dt="2025-11-28T17:20:46.834" v="9"/>
          <ac:spMkLst>
            <pc:docMk/>
            <pc:sldMk cId="0" sldId="262"/>
            <ac:spMk id="13" creationId="{8600948D-45D7-DA0D-DA3A-C3B86A02EE17}"/>
          </ac:spMkLst>
        </pc:spChg>
        <pc:spChg chg="del">
          <ac:chgData name="James Cooper" userId="S::jcoop175@students.kennesaw.edu::cda8f079-87c5-4824-b060-93fd5c11a170" providerId="AD" clId="Web-{D5661297-6C92-179A-8AC0-2560EE5E11C5}" dt="2025-11-28T17:20:46.834" v="9"/>
          <ac:spMkLst>
            <pc:docMk/>
            <pc:sldMk cId="0" sldId="262"/>
            <ac:spMk id="20" creationId="{C4AE1EFF-264A-4A42-BEA1-0E875F40D74F}"/>
          </ac:spMkLst>
        </pc:spChg>
        <pc:spChg chg="del">
          <ac:chgData name="James Cooper" userId="S::jcoop175@students.kennesaw.edu::cda8f079-87c5-4824-b060-93fd5c11a170" providerId="AD" clId="Web-{D5661297-6C92-179A-8AC0-2560EE5E11C5}" dt="2025-11-28T17:20:46.834" v="9"/>
          <ac:spMkLst>
            <pc:docMk/>
            <pc:sldMk cId="0" sldId="262"/>
            <ac:spMk id="22" creationId="{29DC5A77-10C9-4ECF-B7EB-8D917F36A9EE}"/>
          </ac:spMkLst>
        </pc:spChg>
        <pc:spChg chg="del">
          <ac:chgData name="James Cooper" userId="S::jcoop175@students.kennesaw.edu::cda8f079-87c5-4824-b060-93fd5c11a170" providerId="AD" clId="Web-{D5661297-6C92-179A-8AC0-2560EE5E11C5}" dt="2025-11-28T17:20:46.834" v="9"/>
          <ac:spMkLst>
            <pc:docMk/>
            <pc:sldMk cId="0" sldId="262"/>
            <ac:spMk id="24" creationId="{2FFE28B5-FB16-49A9-B851-3C35FAC0CACB}"/>
          </ac:spMkLst>
        </pc:spChg>
        <pc:spChg chg="del">
          <ac:chgData name="James Cooper" userId="S::jcoop175@students.kennesaw.edu::cda8f079-87c5-4824-b060-93fd5c11a170" providerId="AD" clId="Web-{D5661297-6C92-179A-8AC0-2560EE5E11C5}" dt="2025-11-28T17:20:46.834" v="9"/>
          <ac:spMkLst>
            <pc:docMk/>
            <pc:sldMk cId="0" sldId="262"/>
            <ac:spMk id="26" creationId="{01014442-855A-4E0F-8D09-C314661A48B9}"/>
          </ac:spMkLst>
        </pc:spChg>
        <pc:spChg chg="del">
          <ac:chgData name="James Cooper" userId="S::jcoop175@students.kennesaw.edu::cda8f079-87c5-4824-b060-93fd5c11a170" providerId="AD" clId="Web-{D5661297-6C92-179A-8AC0-2560EE5E11C5}" dt="2025-11-28T17:20:46.834" v="9"/>
          <ac:spMkLst>
            <pc:docMk/>
            <pc:sldMk cId="0" sldId="262"/>
            <ac:spMk id="28" creationId="{9B1ABF09-86CF-414E-88A5-2B84CC7232A9}"/>
          </ac:spMkLst>
        </pc:spChg>
        <pc:spChg chg="add">
          <ac:chgData name="James Cooper" userId="S::jcoop175@students.kennesaw.edu::cda8f079-87c5-4824-b060-93fd5c11a170" providerId="AD" clId="Web-{D5661297-6C92-179A-8AC0-2560EE5E11C5}" dt="2025-11-28T17:20:46.834" v="9"/>
          <ac:spMkLst>
            <pc:docMk/>
            <pc:sldMk cId="0" sldId="262"/>
            <ac:spMk id="35" creationId="{4F645BF8-7885-4398-80BC-4C0DF24F5CEE}"/>
          </ac:spMkLst>
        </pc:spChg>
        <pc:spChg chg="add">
          <ac:chgData name="James Cooper" userId="S::jcoop175@students.kennesaw.edu::cda8f079-87c5-4824-b060-93fd5c11a170" providerId="AD" clId="Web-{D5661297-6C92-179A-8AC0-2560EE5E11C5}" dt="2025-11-28T17:20:46.834" v="9"/>
          <ac:spMkLst>
            <pc:docMk/>
            <pc:sldMk cId="0" sldId="262"/>
            <ac:spMk id="37" creationId="{3212FB65-CD2B-4005-B910-132DCE19FCC7}"/>
          </ac:spMkLst>
        </pc:spChg>
        <pc:spChg chg="add">
          <ac:chgData name="James Cooper" userId="S::jcoop175@students.kennesaw.edu::cda8f079-87c5-4824-b060-93fd5c11a170" providerId="AD" clId="Web-{D5661297-6C92-179A-8AC0-2560EE5E11C5}" dt="2025-11-28T17:20:46.834" v="9"/>
          <ac:spMkLst>
            <pc:docMk/>
            <pc:sldMk cId="0" sldId="262"/>
            <ac:spMk id="39" creationId="{A35CBD63-8F8F-47DC-9CE7-159E6161D872}"/>
          </ac:spMkLst>
        </pc:spChg>
        <pc:spChg chg="add">
          <ac:chgData name="James Cooper" userId="S::jcoop175@students.kennesaw.edu::cda8f079-87c5-4824-b060-93fd5c11a170" providerId="AD" clId="Web-{D5661297-6C92-179A-8AC0-2560EE5E11C5}" dt="2025-11-28T17:20:46.834" v="9"/>
          <ac:spMkLst>
            <pc:docMk/>
            <pc:sldMk cId="0" sldId="262"/>
            <ac:spMk id="43" creationId="{83B4A72C-2924-4CE2-8674-7E02E182ED6D}"/>
          </ac:spMkLst>
        </pc:spChg>
        <pc:picChg chg="add mod">
          <ac:chgData name="James Cooper" userId="S::jcoop175@students.kennesaw.edu::cda8f079-87c5-4824-b060-93fd5c11a170" providerId="AD" clId="Web-{D5661297-6C92-179A-8AC0-2560EE5E11C5}" dt="2025-11-28T17:20:35.615" v="8"/>
          <ac:picMkLst>
            <pc:docMk/>
            <pc:sldMk cId="0" sldId="262"/>
            <ac:picMk id="3" creationId="{9043C450-D929-076D-D92B-B216FB5976BD}"/>
          </ac:picMkLst>
        </pc:picChg>
      </pc:sldChg>
      <pc:sldChg chg="addSp delSp modSp">
        <pc:chgData name="James Cooper" userId="S::jcoop175@students.kennesaw.edu::cda8f079-87c5-4824-b060-93fd5c11a170" providerId="AD" clId="Web-{D5661297-6C92-179A-8AC0-2560EE5E11C5}" dt="2025-11-28T17:38:26.224" v="13"/>
        <pc:sldMkLst>
          <pc:docMk/>
          <pc:sldMk cId="0" sldId="278"/>
        </pc:sldMkLst>
        <pc:spChg chg="mod">
          <ac:chgData name="James Cooper" userId="S::jcoop175@students.kennesaw.edu::cda8f079-87c5-4824-b060-93fd5c11a170" providerId="AD" clId="Web-{D5661297-6C92-179A-8AC0-2560EE5E11C5}" dt="2025-11-28T17:38:26.224" v="13"/>
          <ac:spMkLst>
            <pc:docMk/>
            <pc:sldMk cId="0" sldId="278"/>
            <ac:spMk id="2" creationId="{00000000-0000-0000-0000-000000000000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7:38:26.224" v="13"/>
          <ac:spMkLst>
            <pc:docMk/>
            <pc:sldMk cId="0" sldId="278"/>
            <ac:spMk id="8" creationId="{43162304-DA60-4C31-9E2B-E22F8DA75FF5}"/>
          </ac:spMkLst>
        </pc:spChg>
        <pc:spChg chg="del">
          <ac:chgData name="James Cooper" userId="S::jcoop175@students.kennesaw.edu::cda8f079-87c5-4824-b060-93fd5c11a170" providerId="AD" clId="Web-{D5661297-6C92-179A-8AC0-2560EE5E11C5}" dt="2025-11-28T17:38:26.224" v="13"/>
          <ac:spMkLst>
            <pc:docMk/>
            <pc:sldMk cId="0" sldId="278"/>
            <ac:spMk id="10" creationId="{C4AE1EFF-264A-4A42-BEA1-0E875F40D74F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7:38:26.224" v="13"/>
          <ac:spMkLst>
            <pc:docMk/>
            <pc:sldMk cId="0" sldId="278"/>
            <ac:spMk id="12" creationId="{29DC5A77-10C9-4ECF-B7EB-8D917F36A9EE}"/>
          </ac:spMkLst>
        </pc:spChg>
        <pc:spChg chg="del">
          <ac:chgData name="James Cooper" userId="S::jcoop175@students.kennesaw.edu::cda8f079-87c5-4824-b060-93fd5c11a170" providerId="AD" clId="Web-{D5661297-6C92-179A-8AC0-2560EE5E11C5}" dt="2025-11-28T17:38:26.224" v="13"/>
          <ac:spMkLst>
            <pc:docMk/>
            <pc:sldMk cId="0" sldId="278"/>
            <ac:spMk id="14" creationId="{2FFE28B5-FB16-49A9-B851-3C35FAC0CACB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7:38:26.224" v="13"/>
          <ac:spMkLst>
            <pc:docMk/>
            <pc:sldMk cId="0" sldId="278"/>
            <ac:spMk id="16" creationId="{01014442-855A-4E0F-8D09-C314661A48B9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7:38:26.224" v="13"/>
          <ac:spMkLst>
            <pc:docMk/>
            <pc:sldMk cId="0" sldId="278"/>
            <ac:spMk id="18" creationId="{9B1ABF09-86CF-414E-88A5-2B84CC7232A9}"/>
          </ac:spMkLst>
        </pc:spChg>
        <pc:spChg chg="del">
          <ac:chgData name="James Cooper" userId="S::jcoop175@students.kennesaw.edu::cda8f079-87c5-4824-b060-93fd5c11a170" providerId="AD" clId="Web-{D5661297-6C92-179A-8AC0-2560EE5E11C5}" dt="2025-11-28T17:38:26.224" v="13"/>
          <ac:spMkLst>
            <pc:docMk/>
            <pc:sldMk cId="0" sldId="278"/>
            <ac:spMk id="20" creationId="{3FE91770-CDBB-4D24-94E5-AD484F36CE87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7:38:26.208" v="12"/>
          <ac:spMkLst>
            <pc:docMk/>
            <pc:sldMk cId="0" sldId="278"/>
            <ac:spMk id="25" creationId="{4F645BF8-7885-4398-80BC-4C0DF24F5CEE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7:38:26.208" v="12"/>
          <ac:spMkLst>
            <pc:docMk/>
            <pc:sldMk cId="0" sldId="278"/>
            <ac:spMk id="27" creationId="{3212FB65-CD2B-4005-B910-132DCE19FCC7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7:38:26.208" v="12"/>
          <ac:spMkLst>
            <pc:docMk/>
            <pc:sldMk cId="0" sldId="278"/>
            <ac:spMk id="29" creationId="{A35CBD63-8F8F-47DC-9CE7-159E6161D872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7:38:26.208" v="12"/>
          <ac:spMkLst>
            <pc:docMk/>
            <pc:sldMk cId="0" sldId="278"/>
            <ac:spMk id="31" creationId="{CA0E3486-FD49-4921-B4F4-E5BB5C88AC79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7:38:26.208" v="12"/>
          <ac:spMkLst>
            <pc:docMk/>
            <pc:sldMk cId="0" sldId="278"/>
            <ac:spMk id="33" creationId="{83B4A72C-2924-4CE2-8674-7E02E182ED6D}"/>
          </ac:spMkLst>
        </pc:spChg>
        <pc:spChg chg="add">
          <ac:chgData name="James Cooper" userId="S::jcoop175@students.kennesaw.edu::cda8f079-87c5-4824-b060-93fd5c11a170" providerId="AD" clId="Web-{D5661297-6C92-179A-8AC0-2560EE5E11C5}" dt="2025-11-28T17:38:26.224" v="13"/>
          <ac:spMkLst>
            <pc:docMk/>
            <pc:sldMk cId="0" sldId="278"/>
            <ac:spMk id="35" creationId="{4F645BF8-7885-4398-80BC-4C0DF24F5CEE}"/>
          </ac:spMkLst>
        </pc:spChg>
        <pc:spChg chg="add">
          <ac:chgData name="James Cooper" userId="S::jcoop175@students.kennesaw.edu::cda8f079-87c5-4824-b060-93fd5c11a170" providerId="AD" clId="Web-{D5661297-6C92-179A-8AC0-2560EE5E11C5}" dt="2025-11-28T17:38:26.224" v="13"/>
          <ac:spMkLst>
            <pc:docMk/>
            <pc:sldMk cId="0" sldId="278"/>
            <ac:spMk id="36" creationId="{3212FB65-CD2B-4005-B910-132DCE19FCC7}"/>
          </ac:spMkLst>
        </pc:spChg>
        <pc:picChg chg="add mod">
          <ac:chgData name="James Cooper" userId="S::jcoop175@students.kennesaw.edu::cda8f079-87c5-4824-b060-93fd5c11a170" providerId="AD" clId="Web-{D5661297-6C92-179A-8AC0-2560EE5E11C5}" dt="2025-11-28T17:37:58.114" v="10"/>
          <ac:picMkLst>
            <pc:docMk/>
            <pc:sldMk cId="0" sldId="278"/>
            <ac:picMk id="4" creationId="{57E39C97-6241-FDBC-EC15-729D4AA2D8D4}"/>
          </ac:picMkLst>
        </pc:picChg>
      </pc:sldChg>
      <pc:sldChg chg="addSp delSp modSp">
        <pc:chgData name="James Cooper" userId="S::jcoop175@students.kennesaw.edu::cda8f079-87c5-4824-b060-93fd5c11a170" providerId="AD" clId="Web-{D5661297-6C92-179A-8AC0-2560EE5E11C5}" dt="2025-11-28T18:15:37.874" v="16"/>
        <pc:sldMkLst>
          <pc:docMk/>
          <pc:sldMk cId="0" sldId="279"/>
        </pc:sldMkLst>
        <pc:picChg chg="add del mod">
          <ac:chgData name="James Cooper" userId="S::jcoop175@students.kennesaw.edu::cda8f079-87c5-4824-b060-93fd5c11a170" providerId="AD" clId="Web-{D5661297-6C92-179A-8AC0-2560EE5E11C5}" dt="2025-11-28T18:15:20.843" v="15"/>
          <ac:picMkLst>
            <pc:docMk/>
            <pc:sldMk cId="0" sldId="279"/>
            <ac:picMk id="4" creationId="{539F0945-2BB2-1AFB-B75E-83B53684F222}"/>
          </ac:picMkLst>
        </pc:picChg>
        <pc:picChg chg="add mod">
          <ac:chgData name="James Cooper" userId="S::jcoop175@students.kennesaw.edu::cda8f079-87c5-4824-b060-93fd5c11a170" providerId="AD" clId="Web-{D5661297-6C92-179A-8AC0-2560EE5E11C5}" dt="2025-11-28T18:15:37.874" v="16"/>
          <ac:picMkLst>
            <pc:docMk/>
            <pc:sldMk cId="0" sldId="279"/>
            <ac:picMk id="5" creationId="{9AD02684-8372-5588-9C38-EDC822118FD0}"/>
          </ac:picMkLst>
        </pc:picChg>
      </pc:sldChg>
      <pc:sldChg chg="addSp delSp modSp">
        <pc:chgData name="James Cooper" userId="S::jcoop175@students.kennesaw.edu::cda8f079-87c5-4824-b060-93fd5c11a170" providerId="AD" clId="Web-{D5661297-6C92-179A-8AC0-2560EE5E11C5}" dt="2025-11-28T16:49:18.971" v="7"/>
        <pc:sldMkLst>
          <pc:docMk/>
          <pc:sldMk cId="0" sldId="280"/>
        </pc:sldMkLst>
        <pc:spChg chg="mod">
          <ac:chgData name="James Cooper" userId="S::jcoop175@students.kennesaw.edu::cda8f079-87c5-4824-b060-93fd5c11a170" providerId="AD" clId="Web-{D5661297-6C92-179A-8AC0-2560EE5E11C5}" dt="2025-11-28T16:49:18.971" v="7"/>
          <ac:spMkLst>
            <pc:docMk/>
            <pc:sldMk cId="0" sldId="280"/>
            <ac:spMk id="2" creationId="{00000000-0000-0000-0000-000000000000}"/>
          </ac:spMkLst>
        </pc:spChg>
        <pc:spChg chg="mod">
          <ac:chgData name="James Cooper" userId="S::jcoop175@students.kennesaw.edu::cda8f079-87c5-4824-b060-93fd5c11a170" providerId="AD" clId="Web-{D5661297-6C92-179A-8AC0-2560EE5E11C5}" dt="2025-11-28T16:49:18.971" v="7"/>
          <ac:spMkLst>
            <pc:docMk/>
            <pc:sldMk cId="0" sldId="280"/>
            <ac:spMk id="3" creationId="{00000000-0000-0000-0000-000000000000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6:48:51.830" v="2"/>
          <ac:spMkLst>
            <pc:docMk/>
            <pc:sldMk cId="0" sldId="280"/>
            <ac:spMk id="8" creationId="{43162304-DA60-4C31-9E2B-E22F8DA75FF5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6:49:18.971" v="7"/>
          <ac:spMkLst>
            <pc:docMk/>
            <pc:sldMk cId="0" sldId="280"/>
            <ac:spMk id="10" creationId="{C4AE1EFF-264A-4A42-BEA1-0E875F40D74F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6:49:18.971" v="7"/>
          <ac:spMkLst>
            <pc:docMk/>
            <pc:sldMk cId="0" sldId="280"/>
            <ac:spMk id="12" creationId="{29DC5A77-10C9-4ECF-B7EB-8D917F36A9EE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6:49:18.971" v="7"/>
          <ac:spMkLst>
            <pc:docMk/>
            <pc:sldMk cId="0" sldId="280"/>
            <ac:spMk id="14" creationId="{2FFE28B5-FB16-49A9-B851-3C35FAC0CACB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6:49:18.971" v="7"/>
          <ac:spMkLst>
            <pc:docMk/>
            <pc:sldMk cId="0" sldId="280"/>
            <ac:spMk id="16" creationId="{01014442-855A-4E0F-8D09-C314661A48B9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6:49:18.971" v="7"/>
          <ac:spMkLst>
            <pc:docMk/>
            <pc:sldMk cId="0" sldId="280"/>
            <ac:spMk id="18" creationId="{9B1ABF09-86CF-414E-88A5-2B84CC7232A9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6:49:18.971" v="7"/>
          <ac:spMkLst>
            <pc:docMk/>
            <pc:sldMk cId="0" sldId="280"/>
            <ac:spMk id="20" creationId="{3FE91770-CDBB-4D24-94E5-AD484F36CE87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6:49:10.424" v="6"/>
          <ac:spMkLst>
            <pc:docMk/>
            <pc:sldMk cId="0" sldId="280"/>
            <ac:spMk id="22" creationId="{0864E5C9-52C9-4572-AC75-548B9B9C2648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6:49:10.424" v="6"/>
          <ac:spMkLst>
            <pc:docMk/>
            <pc:sldMk cId="0" sldId="280"/>
            <ac:spMk id="23" creationId="{45CC6500-4DBD-4C34-BC14-2387FB483BEB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6:48:51.830" v="2"/>
          <ac:spMkLst>
            <pc:docMk/>
            <pc:sldMk cId="0" sldId="280"/>
            <ac:spMk id="25" creationId="{B86EEAC6-011F-4499-ACFF-2FDC742DB06D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6:48:51.830" v="2"/>
          <ac:spMkLst>
            <pc:docMk/>
            <pc:sldMk cId="0" sldId="280"/>
            <ac:spMk id="27" creationId="{6970F14D-B6E6-40EA-96B4-4E18D0CF9D8C}"/>
          </ac:spMkLst>
        </pc:spChg>
        <pc:spChg chg="add">
          <ac:chgData name="James Cooper" userId="S::jcoop175@students.kennesaw.edu::cda8f079-87c5-4824-b060-93fd5c11a170" providerId="AD" clId="Web-{D5661297-6C92-179A-8AC0-2560EE5E11C5}" dt="2025-11-28T16:49:18.971" v="7"/>
          <ac:spMkLst>
            <pc:docMk/>
            <pc:sldMk cId="0" sldId="280"/>
            <ac:spMk id="28" creationId="{6970F14D-B6E6-40EA-96B4-4E18D0CF9D8C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6:48:56.252" v="4"/>
          <ac:spMkLst>
            <pc:docMk/>
            <pc:sldMk cId="0" sldId="280"/>
            <ac:spMk id="29" creationId="{4E34A3B6-BAD2-4156-BDC6-4736248BFDE0}"/>
          </ac:spMkLst>
        </pc:spChg>
        <pc:spChg chg="add del">
          <ac:chgData name="James Cooper" userId="S::jcoop175@students.kennesaw.edu::cda8f079-87c5-4824-b060-93fd5c11a170" providerId="AD" clId="Web-{D5661297-6C92-179A-8AC0-2560EE5E11C5}" dt="2025-11-28T16:48:56.252" v="4"/>
          <ac:spMkLst>
            <pc:docMk/>
            <pc:sldMk cId="0" sldId="280"/>
            <ac:spMk id="31" creationId="{45CC6500-4DBD-4C34-BC14-2387FB483BEB}"/>
          </ac:spMkLst>
        </pc:spChg>
        <pc:spChg chg="add">
          <ac:chgData name="James Cooper" userId="S::jcoop175@students.kennesaw.edu::cda8f079-87c5-4824-b060-93fd5c11a170" providerId="AD" clId="Web-{D5661297-6C92-179A-8AC0-2560EE5E11C5}" dt="2025-11-28T16:49:18.971" v="7"/>
          <ac:spMkLst>
            <pc:docMk/>
            <pc:sldMk cId="0" sldId="280"/>
            <ac:spMk id="32" creationId="{5A133C1E-CB83-47F3-8F35-94C2A7C58EE2}"/>
          </ac:spMkLst>
        </pc:spChg>
        <pc:picChg chg="add mod">
          <ac:chgData name="James Cooper" userId="S::jcoop175@students.kennesaw.edu::cda8f079-87c5-4824-b060-93fd5c11a170" providerId="AD" clId="Web-{D5661297-6C92-179A-8AC0-2560EE5E11C5}" dt="2025-11-28T16:47:59.047" v="0"/>
          <ac:picMkLst>
            <pc:docMk/>
            <pc:sldMk cId="0" sldId="280"/>
            <ac:picMk id="4" creationId="{D8E4E213-4434-63E7-2005-59CA5906D043}"/>
          </ac:picMkLst>
        </pc:picChg>
      </pc:sldChg>
    </pc:docChg>
  </pc:docChgLst>
  <pc:docChgLst>
    <pc:chgData name="Griffin Sykes" userId="S::gsykes3@students.kennesaw.edu::823b2ddf-5974-4b30-8c7b-85dfcb353240" providerId="AD" clId="Web-{592368FE-C129-24B5-6CF7-10594A445E55}"/>
    <pc:docChg chg="modSld">
      <pc:chgData name="Griffin Sykes" userId="S::gsykes3@students.kennesaw.edu::823b2ddf-5974-4b30-8c7b-85dfcb353240" providerId="AD" clId="Web-{592368FE-C129-24B5-6CF7-10594A445E55}" dt="2025-11-29T15:18:11.452" v="175" actId="20577"/>
      <pc:docMkLst>
        <pc:docMk/>
      </pc:docMkLst>
      <pc:sldChg chg="addSp modSp">
        <pc:chgData name="Griffin Sykes" userId="S::gsykes3@students.kennesaw.edu::823b2ddf-5974-4b30-8c7b-85dfcb353240" providerId="AD" clId="Web-{592368FE-C129-24B5-6CF7-10594A445E55}" dt="2025-11-29T15:18:11.452" v="175" actId="20577"/>
        <pc:sldMkLst>
          <pc:docMk/>
          <pc:sldMk cId="3653922162" sldId="299"/>
        </pc:sldMkLst>
        <pc:spChg chg="add mod">
          <ac:chgData name="Griffin Sykes" userId="S::gsykes3@students.kennesaw.edu::823b2ddf-5974-4b30-8c7b-85dfcb353240" providerId="AD" clId="Web-{592368FE-C129-24B5-6CF7-10594A445E55}" dt="2025-11-29T15:18:11.452" v="175" actId="20577"/>
          <ac:spMkLst>
            <pc:docMk/>
            <pc:sldMk cId="3653922162" sldId="299"/>
            <ac:spMk id="5" creationId="{D8DAD56B-B2F3-0C5E-BEC1-7F713462DC9E}"/>
          </ac:spMkLst>
        </pc:spChg>
        <pc:picChg chg="mod">
          <ac:chgData name="Griffin Sykes" userId="S::gsykes3@students.kennesaw.edu::823b2ddf-5974-4b30-8c7b-85dfcb353240" providerId="AD" clId="Web-{592368FE-C129-24B5-6CF7-10594A445E55}" dt="2025-11-29T15:15:35.601" v="3" actId="1076"/>
          <ac:picMkLst>
            <pc:docMk/>
            <pc:sldMk cId="3653922162" sldId="299"/>
            <ac:picMk id="4" creationId="{2ACE8A57-F9FC-40D5-F584-2030F5D69A46}"/>
          </ac:picMkLst>
        </pc:picChg>
      </pc:sldChg>
    </pc:docChg>
  </pc:docChgLst>
  <pc:docChgLst>
    <pc:chgData name="James Cooper" userId="S::jcoop175@students.kennesaw.edu::cda8f079-87c5-4824-b060-93fd5c11a170" providerId="AD" clId="Web-{4C522EEF-AB58-7C9E-702F-83FD6BEA32D0}"/>
    <pc:docChg chg="modSld">
      <pc:chgData name="James Cooper" userId="S::jcoop175@students.kennesaw.edu::cda8f079-87c5-4824-b060-93fd5c11a170" providerId="AD" clId="Web-{4C522EEF-AB58-7C9E-702F-83FD6BEA32D0}" dt="2025-11-28T18:20:00.188" v="8"/>
      <pc:docMkLst>
        <pc:docMk/>
      </pc:docMkLst>
      <pc:sldChg chg="addSp delSp modSp">
        <pc:chgData name="James Cooper" userId="S::jcoop175@students.kennesaw.edu::cda8f079-87c5-4824-b060-93fd5c11a170" providerId="AD" clId="Web-{4C522EEF-AB58-7C9E-702F-83FD6BEA32D0}" dt="2025-11-28T18:18:32.417" v="4"/>
        <pc:sldMkLst>
          <pc:docMk/>
          <pc:sldMk cId="0" sldId="279"/>
        </pc:sldMkLst>
        <pc:spChg chg="mod">
          <ac:chgData name="James Cooper" userId="S::jcoop175@students.kennesaw.edu::cda8f079-87c5-4824-b060-93fd5c11a170" providerId="AD" clId="Web-{4C522EEF-AB58-7C9E-702F-83FD6BEA32D0}" dt="2025-11-28T18:18:32.417" v="4"/>
          <ac:spMkLst>
            <pc:docMk/>
            <pc:sldMk cId="0" sldId="279"/>
            <ac:spMk id="3" creationId="{00000000-0000-0000-0000-000000000000}"/>
          </ac:spMkLst>
        </pc:spChg>
        <pc:spChg chg="add del">
          <ac:chgData name="James Cooper" userId="S::jcoop175@students.kennesaw.edu::cda8f079-87c5-4824-b060-93fd5c11a170" providerId="AD" clId="Web-{4C522EEF-AB58-7C9E-702F-83FD6BEA32D0}" dt="2025-11-28T18:18:32.417" v="4"/>
          <ac:spMkLst>
            <pc:docMk/>
            <pc:sldMk cId="0" sldId="279"/>
            <ac:spMk id="8" creationId="{43162304-DA60-4C31-9E2B-E22F8DA75FF5}"/>
          </ac:spMkLst>
        </pc:spChg>
        <pc:spChg chg="del">
          <ac:chgData name="James Cooper" userId="S::jcoop175@students.kennesaw.edu::cda8f079-87c5-4824-b060-93fd5c11a170" providerId="AD" clId="Web-{4C522EEF-AB58-7C9E-702F-83FD6BEA32D0}" dt="2025-11-28T18:18:32.417" v="4"/>
          <ac:spMkLst>
            <pc:docMk/>
            <pc:sldMk cId="0" sldId="279"/>
            <ac:spMk id="10" creationId="{C4AE1EFF-264A-4A42-BEA1-0E875F40D74F}"/>
          </ac:spMkLst>
        </pc:spChg>
        <pc:spChg chg="add del">
          <ac:chgData name="James Cooper" userId="S::jcoop175@students.kennesaw.edu::cda8f079-87c5-4824-b060-93fd5c11a170" providerId="AD" clId="Web-{4C522EEF-AB58-7C9E-702F-83FD6BEA32D0}" dt="2025-11-28T18:18:32.417" v="4"/>
          <ac:spMkLst>
            <pc:docMk/>
            <pc:sldMk cId="0" sldId="279"/>
            <ac:spMk id="12" creationId="{29DC5A77-10C9-4ECF-B7EB-8D917F36A9EE}"/>
          </ac:spMkLst>
        </pc:spChg>
        <pc:spChg chg="add del">
          <ac:chgData name="James Cooper" userId="S::jcoop175@students.kennesaw.edu::cda8f079-87c5-4824-b060-93fd5c11a170" providerId="AD" clId="Web-{4C522EEF-AB58-7C9E-702F-83FD6BEA32D0}" dt="2025-11-28T18:18:32.417" v="4"/>
          <ac:spMkLst>
            <pc:docMk/>
            <pc:sldMk cId="0" sldId="279"/>
            <ac:spMk id="14" creationId="{2FFE28B5-FB16-49A9-B851-3C35FAC0CACB}"/>
          </ac:spMkLst>
        </pc:spChg>
        <pc:spChg chg="add del">
          <ac:chgData name="James Cooper" userId="S::jcoop175@students.kennesaw.edu::cda8f079-87c5-4824-b060-93fd5c11a170" providerId="AD" clId="Web-{4C522EEF-AB58-7C9E-702F-83FD6BEA32D0}" dt="2025-11-28T18:18:32.417" v="4"/>
          <ac:spMkLst>
            <pc:docMk/>
            <pc:sldMk cId="0" sldId="279"/>
            <ac:spMk id="16" creationId="{01014442-855A-4E0F-8D09-C314661A48B9}"/>
          </ac:spMkLst>
        </pc:spChg>
        <pc:spChg chg="add del">
          <ac:chgData name="James Cooper" userId="S::jcoop175@students.kennesaw.edu::cda8f079-87c5-4824-b060-93fd5c11a170" providerId="AD" clId="Web-{4C522EEF-AB58-7C9E-702F-83FD6BEA32D0}" dt="2025-11-28T18:18:32.417" v="4"/>
          <ac:spMkLst>
            <pc:docMk/>
            <pc:sldMk cId="0" sldId="279"/>
            <ac:spMk id="18" creationId="{9B1ABF09-86CF-414E-88A5-2B84CC7232A9}"/>
          </ac:spMkLst>
        </pc:spChg>
        <pc:spChg chg="add del">
          <ac:chgData name="James Cooper" userId="S::jcoop175@students.kennesaw.edu::cda8f079-87c5-4824-b060-93fd5c11a170" providerId="AD" clId="Web-{4C522EEF-AB58-7C9E-702F-83FD6BEA32D0}" dt="2025-11-28T18:18:32.417" v="4"/>
          <ac:spMkLst>
            <pc:docMk/>
            <pc:sldMk cId="0" sldId="279"/>
            <ac:spMk id="20" creationId="{3FE91770-CDBB-4D24-94E5-AD484F36CE87}"/>
          </ac:spMkLst>
        </pc:spChg>
        <pc:spChg chg="add del">
          <ac:chgData name="James Cooper" userId="S::jcoop175@students.kennesaw.edu::cda8f079-87c5-4824-b060-93fd5c11a170" providerId="AD" clId="Web-{4C522EEF-AB58-7C9E-702F-83FD6BEA32D0}" dt="2025-11-28T18:18:32.417" v="3"/>
          <ac:spMkLst>
            <pc:docMk/>
            <pc:sldMk cId="0" sldId="279"/>
            <ac:spMk id="25" creationId="{0864E5C9-52C9-4572-AC75-548B9B9C2648}"/>
          </ac:spMkLst>
        </pc:spChg>
        <pc:spChg chg="add del">
          <ac:chgData name="James Cooper" userId="S::jcoop175@students.kennesaw.edu::cda8f079-87c5-4824-b060-93fd5c11a170" providerId="AD" clId="Web-{4C522EEF-AB58-7C9E-702F-83FD6BEA32D0}" dt="2025-11-28T18:18:32.417" v="3"/>
          <ac:spMkLst>
            <pc:docMk/>
            <pc:sldMk cId="0" sldId="279"/>
            <ac:spMk id="27" creationId="{45CC6500-4DBD-4C34-BC14-2387FB483BEB}"/>
          </ac:spMkLst>
        </pc:spChg>
        <pc:spChg chg="add del">
          <ac:chgData name="James Cooper" userId="S::jcoop175@students.kennesaw.edu::cda8f079-87c5-4824-b060-93fd5c11a170" providerId="AD" clId="Web-{4C522EEF-AB58-7C9E-702F-83FD6BEA32D0}" dt="2025-11-28T18:18:32.417" v="3"/>
          <ac:spMkLst>
            <pc:docMk/>
            <pc:sldMk cId="0" sldId="279"/>
            <ac:spMk id="29" creationId="{4E34A3B6-BAD2-4156-BDC6-4736248BFDE0}"/>
          </ac:spMkLst>
        </pc:spChg>
        <pc:spChg chg="add">
          <ac:chgData name="James Cooper" userId="S::jcoop175@students.kennesaw.edu::cda8f079-87c5-4824-b060-93fd5c11a170" providerId="AD" clId="Web-{4C522EEF-AB58-7C9E-702F-83FD6BEA32D0}" dt="2025-11-28T18:18:32.417" v="4"/>
          <ac:spMkLst>
            <pc:docMk/>
            <pc:sldMk cId="0" sldId="279"/>
            <ac:spMk id="32" creationId="{B86EEAC6-011F-4499-ACFF-2FDC742DB06D}"/>
          </ac:spMkLst>
        </pc:spChg>
        <pc:spChg chg="add">
          <ac:chgData name="James Cooper" userId="S::jcoop175@students.kennesaw.edu::cda8f079-87c5-4824-b060-93fd5c11a170" providerId="AD" clId="Web-{4C522EEF-AB58-7C9E-702F-83FD6BEA32D0}" dt="2025-11-28T18:18:32.417" v="4"/>
          <ac:spMkLst>
            <pc:docMk/>
            <pc:sldMk cId="0" sldId="279"/>
            <ac:spMk id="33" creationId="{6970F14D-B6E6-40EA-96B4-4E18D0CF9D8C}"/>
          </ac:spMkLst>
        </pc:spChg>
        <pc:picChg chg="del">
          <ac:chgData name="James Cooper" userId="S::jcoop175@students.kennesaw.edu::cda8f079-87c5-4824-b060-93fd5c11a170" providerId="AD" clId="Web-{4C522EEF-AB58-7C9E-702F-83FD6BEA32D0}" dt="2025-11-28T18:17:27.912" v="0"/>
          <ac:picMkLst>
            <pc:docMk/>
            <pc:sldMk cId="0" sldId="279"/>
            <ac:picMk id="5" creationId="{9AD02684-8372-5588-9C38-EDC822118FD0}"/>
          </ac:picMkLst>
        </pc:picChg>
        <pc:picChg chg="add mod">
          <ac:chgData name="James Cooper" userId="S::jcoop175@students.kennesaw.edu::cda8f079-87c5-4824-b060-93fd5c11a170" providerId="AD" clId="Web-{4C522EEF-AB58-7C9E-702F-83FD6BEA32D0}" dt="2025-11-28T18:17:56.399" v="1"/>
          <ac:picMkLst>
            <pc:docMk/>
            <pc:sldMk cId="0" sldId="279"/>
            <ac:picMk id="6" creationId="{E9A46AE2-F9B2-6704-DC42-24AA08BFF15E}"/>
          </ac:picMkLst>
        </pc:picChg>
      </pc:sldChg>
      <pc:sldChg chg="addSp delSp modSp">
        <pc:chgData name="James Cooper" userId="S::jcoop175@students.kennesaw.edu::cda8f079-87c5-4824-b060-93fd5c11a170" providerId="AD" clId="Web-{4C522EEF-AB58-7C9E-702F-83FD6BEA32D0}" dt="2025-11-28T18:20:00.188" v="8"/>
        <pc:sldMkLst>
          <pc:docMk/>
          <pc:sldMk cId="0" sldId="281"/>
        </pc:sldMkLst>
        <pc:spChg chg="mod">
          <ac:chgData name="James Cooper" userId="S::jcoop175@students.kennesaw.edu::cda8f079-87c5-4824-b060-93fd5c11a170" providerId="AD" clId="Web-{4C522EEF-AB58-7C9E-702F-83FD6BEA32D0}" dt="2025-11-28T18:20:00.188" v="8"/>
          <ac:spMkLst>
            <pc:docMk/>
            <pc:sldMk cId="0" sldId="281"/>
            <ac:spMk id="2" creationId="{00000000-0000-0000-0000-000000000000}"/>
          </ac:spMkLst>
        </pc:spChg>
        <pc:spChg chg="mod">
          <ac:chgData name="James Cooper" userId="S::jcoop175@students.kennesaw.edu::cda8f079-87c5-4824-b060-93fd5c11a170" providerId="AD" clId="Web-{4C522EEF-AB58-7C9E-702F-83FD6BEA32D0}" dt="2025-11-28T18:19:49.953" v="6"/>
          <ac:spMkLst>
            <pc:docMk/>
            <pc:sldMk cId="0" sldId="281"/>
            <ac:spMk id="3" creationId="{00000000-0000-0000-0000-000000000000}"/>
          </ac:spMkLst>
        </pc:spChg>
        <pc:spChg chg="add del">
          <ac:chgData name="James Cooper" userId="S::jcoop175@students.kennesaw.edu::cda8f079-87c5-4824-b060-93fd5c11a170" providerId="AD" clId="Web-{4C522EEF-AB58-7C9E-702F-83FD6BEA32D0}" dt="2025-11-28T18:20:00.188" v="8"/>
          <ac:spMkLst>
            <pc:docMk/>
            <pc:sldMk cId="0" sldId="281"/>
            <ac:spMk id="8" creationId="{43162304-DA60-4C31-9E2B-E22F8DA75FF5}"/>
          </ac:spMkLst>
        </pc:spChg>
        <pc:spChg chg="add del">
          <ac:chgData name="James Cooper" userId="S::jcoop175@students.kennesaw.edu::cda8f079-87c5-4824-b060-93fd5c11a170" providerId="AD" clId="Web-{4C522EEF-AB58-7C9E-702F-83FD6BEA32D0}" dt="2025-11-28T18:20:00.173" v="7"/>
          <ac:spMkLst>
            <pc:docMk/>
            <pc:sldMk cId="0" sldId="281"/>
            <ac:spMk id="10" creationId="{C4AE1EFF-264A-4A42-BEA1-0E875F40D74F}"/>
          </ac:spMkLst>
        </pc:spChg>
        <pc:spChg chg="add del">
          <ac:chgData name="James Cooper" userId="S::jcoop175@students.kennesaw.edu::cda8f079-87c5-4824-b060-93fd5c11a170" providerId="AD" clId="Web-{4C522EEF-AB58-7C9E-702F-83FD6BEA32D0}" dt="2025-11-28T18:20:00.188" v="8"/>
          <ac:spMkLst>
            <pc:docMk/>
            <pc:sldMk cId="0" sldId="281"/>
            <ac:spMk id="12" creationId="{29DC5A77-10C9-4ECF-B7EB-8D917F36A9EE}"/>
          </ac:spMkLst>
        </pc:spChg>
        <pc:spChg chg="del">
          <ac:chgData name="James Cooper" userId="S::jcoop175@students.kennesaw.edu::cda8f079-87c5-4824-b060-93fd5c11a170" providerId="AD" clId="Web-{4C522EEF-AB58-7C9E-702F-83FD6BEA32D0}" dt="2025-11-28T18:19:49.953" v="6"/>
          <ac:spMkLst>
            <pc:docMk/>
            <pc:sldMk cId="0" sldId="281"/>
            <ac:spMk id="14" creationId="{2FFE28B5-FB16-49A9-B851-3C35FAC0CACB}"/>
          </ac:spMkLst>
        </pc:spChg>
        <pc:spChg chg="add del">
          <ac:chgData name="James Cooper" userId="S::jcoop175@students.kennesaw.edu::cda8f079-87c5-4824-b060-93fd5c11a170" providerId="AD" clId="Web-{4C522EEF-AB58-7C9E-702F-83FD6BEA32D0}" dt="2025-11-28T18:20:00.188" v="8"/>
          <ac:spMkLst>
            <pc:docMk/>
            <pc:sldMk cId="0" sldId="281"/>
            <ac:spMk id="16" creationId="{01014442-855A-4E0F-8D09-C314661A48B9}"/>
          </ac:spMkLst>
        </pc:spChg>
        <pc:spChg chg="del">
          <ac:chgData name="James Cooper" userId="S::jcoop175@students.kennesaw.edu::cda8f079-87c5-4824-b060-93fd5c11a170" providerId="AD" clId="Web-{4C522EEF-AB58-7C9E-702F-83FD6BEA32D0}" dt="2025-11-28T18:19:49.953" v="6"/>
          <ac:spMkLst>
            <pc:docMk/>
            <pc:sldMk cId="0" sldId="281"/>
            <ac:spMk id="18" creationId="{9B1ABF09-86CF-414E-88A5-2B84CC7232A9}"/>
          </ac:spMkLst>
        </pc:spChg>
        <pc:spChg chg="add del">
          <ac:chgData name="James Cooper" userId="S::jcoop175@students.kennesaw.edu::cda8f079-87c5-4824-b060-93fd5c11a170" providerId="AD" clId="Web-{4C522EEF-AB58-7C9E-702F-83FD6BEA32D0}" dt="2025-11-28T18:20:00.188" v="8"/>
          <ac:spMkLst>
            <pc:docMk/>
            <pc:sldMk cId="0" sldId="281"/>
            <ac:spMk id="20" creationId="{3FE91770-CDBB-4D24-94E5-AD484F36CE87}"/>
          </ac:spMkLst>
        </pc:spChg>
        <pc:spChg chg="add">
          <ac:chgData name="James Cooper" userId="S::jcoop175@students.kennesaw.edu::cda8f079-87c5-4824-b060-93fd5c11a170" providerId="AD" clId="Web-{4C522EEF-AB58-7C9E-702F-83FD6BEA32D0}" dt="2025-11-28T18:19:49.953" v="6"/>
          <ac:spMkLst>
            <pc:docMk/>
            <pc:sldMk cId="0" sldId="281"/>
            <ac:spMk id="25" creationId="{B86EEAC6-011F-4499-ACFF-2FDC742DB06D}"/>
          </ac:spMkLst>
        </pc:spChg>
        <pc:spChg chg="del">
          <ac:chgData name="James Cooper" userId="S::jcoop175@students.kennesaw.edu::cda8f079-87c5-4824-b060-93fd5c11a170" providerId="AD" clId="Web-{4C522EEF-AB58-7C9E-702F-83FD6BEA32D0}" dt="2025-11-28T18:20:00.173" v="7"/>
          <ac:spMkLst>
            <pc:docMk/>
            <pc:sldMk cId="0" sldId="281"/>
            <ac:spMk id="27" creationId="{6970F14D-B6E6-40EA-96B4-4E18D0CF9D8C}"/>
          </ac:spMkLst>
        </pc:spChg>
        <pc:spChg chg="del">
          <ac:chgData name="James Cooper" userId="S::jcoop175@students.kennesaw.edu::cda8f079-87c5-4824-b060-93fd5c11a170" providerId="AD" clId="Web-{4C522EEF-AB58-7C9E-702F-83FD6BEA32D0}" dt="2025-11-28T18:20:00.173" v="7"/>
          <ac:spMkLst>
            <pc:docMk/>
            <pc:sldMk cId="0" sldId="281"/>
            <ac:spMk id="29" creationId="{886D4068-D045-48B0-9A00-198F2FE4B57C}"/>
          </ac:spMkLst>
        </pc:spChg>
        <pc:spChg chg="del">
          <ac:chgData name="James Cooper" userId="S::jcoop175@students.kennesaw.edu::cda8f079-87c5-4824-b060-93fd5c11a170" providerId="AD" clId="Web-{4C522EEF-AB58-7C9E-702F-83FD6BEA32D0}" dt="2025-11-28T18:20:00.173" v="7"/>
          <ac:spMkLst>
            <pc:docMk/>
            <pc:sldMk cId="0" sldId="281"/>
            <ac:spMk id="31" creationId="{12664C4B-AAE2-4AA0-8918-134E8086F37E}"/>
          </ac:spMkLst>
        </pc:spChg>
        <pc:spChg chg="add del">
          <ac:chgData name="James Cooper" userId="S::jcoop175@students.kennesaw.edu::cda8f079-87c5-4824-b060-93fd5c11a170" providerId="AD" clId="Web-{4C522EEF-AB58-7C9E-702F-83FD6BEA32D0}" dt="2025-11-28T18:20:00.173" v="7"/>
          <ac:spMkLst>
            <pc:docMk/>
            <pc:sldMk cId="0" sldId="281"/>
            <ac:spMk id="33" creationId="{616F9FD8-4CFE-4C77-8F29-5D801C57E2AB}"/>
          </ac:spMkLst>
        </pc:spChg>
        <pc:spChg chg="add">
          <ac:chgData name="James Cooper" userId="S::jcoop175@students.kennesaw.edu::cda8f079-87c5-4824-b060-93fd5c11a170" providerId="AD" clId="Web-{4C522EEF-AB58-7C9E-702F-83FD6BEA32D0}" dt="2025-11-28T18:20:00.188" v="8"/>
          <ac:spMkLst>
            <pc:docMk/>
            <pc:sldMk cId="0" sldId="281"/>
            <ac:spMk id="35" creationId="{4F645BF8-7885-4398-80BC-4C0DF24F5CEE}"/>
          </ac:spMkLst>
        </pc:spChg>
        <pc:spChg chg="add">
          <ac:chgData name="James Cooper" userId="S::jcoop175@students.kennesaw.edu::cda8f079-87c5-4824-b060-93fd5c11a170" providerId="AD" clId="Web-{4C522EEF-AB58-7C9E-702F-83FD6BEA32D0}" dt="2025-11-28T18:20:00.188" v="8"/>
          <ac:spMkLst>
            <pc:docMk/>
            <pc:sldMk cId="0" sldId="281"/>
            <ac:spMk id="36" creationId="{3212FB65-CD2B-4005-B910-132DCE19FCC7}"/>
          </ac:spMkLst>
        </pc:spChg>
        <pc:spChg chg="add">
          <ac:chgData name="James Cooper" userId="S::jcoop175@students.kennesaw.edu::cda8f079-87c5-4824-b060-93fd5c11a170" providerId="AD" clId="Web-{4C522EEF-AB58-7C9E-702F-83FD6BEA32D0}" dt="2025-11-28T18:20:00.188" v="8"/>
          <ac:spMkLst>
            <pc:docMk/>
            <pc:sldMk cId="0" sldId="281"/>
            <ac:spMk id="37" creationId="{A35CBD63-8F8F-47DC-9CE7-159E6161D872}"/>
          </ac:spMkLst>
        </pc:spChg>
        <pc:spChg chg="add">
          <ac:chgData name="James Cooper" userId="S::jcoop175@students.kennesaw.edu::cda8f079-87c5-4824-b060-93fd5c11a170" providerId="AD" clId="Web-{4C522EEF-AB58-7C9E-702F-83FD6BEA32D0}" dt="2025-11-28T18:20:00.188" v="8"/>
          <ac:spMkLst>
            <pc:docMk/>
            <pc:sldMk cId="0" sldId="281"/>
            <ac:spMk id="38" creationId="{CA0E3486-FD49-4921-B4F4-E5BB5C88AC79}"/>
          </ac:spMkLst>
        </pc:spChg>
        <pc:spChg chg="add">
          <ac:chgData name="James Cooper" userId="S::jcoop175@students.kennesaw.edu::cda8f079-87c5-4824-b060-93fd5c11a170" providerId="AD" clId="Web-{4C522EEF-AB58-7C9E-702F-83FD6BEA32D0}" dt="2025-11-28T18:20:00.188" v="8"/>
          <ac:spMkLst>
            <pc:docMk/>
            <pc:sldMk cId="0" sldId="281"/>
            <ac:spMk id="39" creationId="{83B4A72C-2924-4CE2-8674-7E02E182ED6D}"/>
          </ac:spMkLst>
        </pc:spChg>
        <pc:picChg chg="add mod">
          <ac:chgData name="James Cooper" userId="S::jcoop175@students.kennesaw.edu::cda8f079-87c5-4824-b060-93fd5c11a170" providerId="AD" clId="Web-{4C522EEF-AB58-7C9E-702F-83FD6BEA32D0}" dt="2025-11-28T18:19:38.672" v="5"/>
          <ac:picMkLst>
            <pc:docMk/>
            <pc:sldMk cId="0" sldId="281"/>
            <ac:picMk id="4" creationId="{3053529E-3C1D-D601-D508-F81408AF1C9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60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59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20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665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389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829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383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815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57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863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81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18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25D5C296-F4B1-4AE5-8EEB-9FEB7ED17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59" descr="Graph on document with pen">
            <a:extLst>
              <a:ext uri="{FF2B5EF4-FFF2-40B4-BE49-F238E27FC236}">
                <a16:creationId xmlns:a16="http://schemas.microsoft.com/office/drawing/2014/main" id="{97BE255F-E29B-DD0E-7173-AA8C79BC1F1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11021" b="-2"/>
          <a:stretch>
            <a:fillRect/>
          </a:stretch>
        </p:blipFill>
        <p:spPr>
          <a:xfrm>
            <a:off x="20" y="-1"/>
            <a:ext cx="9141694" cy="6858000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9C1ACE66-194D-48C4-A14A-6933B3528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3481671" cy="5334001"/>
          </a:xfrm>
          <a:prstGeom prst="rect">
            <a:avLst/>
          </a:prstGeom>
          <a:solidFill>
            <a:schemeClr val="accent1">
              <a:lumMod val="5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2600" y="1298448"/>
            <a:ext cx="2763802" cy="3255264"/>
          </a:xfrm>
        </p:spPr>
        <p:txBody>
          <a:bodyPr>
            <a:normAutofit/>
          </a:bodyPr>
          <a:lstStyle/>
          <a:p>
            <a:r>
              <a:rPr lang="en-US" sz="3100"/>
              <a:t>Analyzing Financial Transaction Patterns and Fraud Detection Using Python &amp; Power BI</a:t>
            </a:r>
          </a:p>
        </p:txBody>
      </p:sp>
      <p:sp>
        <p:nvSpPr>
          <p:cNvPr id="40" name="Rectangle 5">
            <a:extLst>
              <a:ext uri="{FF2B5EF4-FFF2-40B4-BE49-F238E27FC236}">
                <a16:creationId xmlns:a16="http://schemas.microsoft.com/office/drawing/2014/main" id="{B9DE30C4-36C5-F1D2-D03B-640EB3A71E5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82600" y="4670246"/>
            <a:ext cx="2763802" cy="9144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7123 – Business Intelligence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James Cooper · Christopher Davis · Griffin Sykes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Semester: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Fall 2025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25B886A-7ED1-4B77-819B-76ACBEFB0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337" y="864108"/>
            <a:ext cx="2305435" cy="51206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600" spc="-60">
                <a:solidFill>
                  <a:schemeClr val="tx1">
                    <a:lumMod val="85000"/>
                    <a:lumOff val="15000"/>
                  </a:schemeClr>
                </a:solidFill>
              </a:rPr>
              <a:t>Abstract / Executive Overview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65200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1334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6A42369-C851-364B-402A-2144F3FC3320}"/>
              </a:ext>
            </a:extLst>
          </p:cNvPr>
          <p:cNvSpPr txBox="1"/>
          <p:nvPr/>
        </p:nvSpPr>
        <p:spPr>
          <a:xfrm>
            <a:off x="3966921" y="864108"/>
            <a:ext cx="4433008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This project explores how financial transaction patterns can be analyzed to detect fraud using a combined approach of Python-based analytics and Power BI visualization.</a:t>
            </a:r>
            <a:b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We use the PaySim synthetic financial dataset to identify fraudulent behaviors, analyze transaction flows, and uncover trends that support financial risk prevention.</a:t>
            </a:r>
            <a:b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The final deliverables include a Python notebook, a Power BI dashboard, and a comprehensive BI-driven research report.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2991" y="767825"/>
            <a:ext cx="381009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337" y="864108"/>
            <a:ext cx="2305435" cy="51206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600" spc="-60">
                <a:solidFill>
                  <a:schemeClr val="tx1">
                    <a:lumMod val="85000"/>
                    <a:lumOff val="15000"/>
                  </a:schemeClr>
                </a:solidFill>
              </a:rPr>
              <a:t>Problem Statement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65200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1334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F465338-8575-B7C6-D595-51E7099224A8}"/>
              </a:ext>
            </a:extLst>
          </p:cNvPr>
          <p:cNvSpPr txBox="1"/>
          <p:nvPr/>
        </p:nvSpPr>
        <p:spPr>
          <a:xfrm>
            <a:off x="3966921" y="864108"/>
            <a:ext cx="4433008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Fraudulent financial transactions continue to increase as digital payment systems scale.</a:t>
            </a:r>
            <a:b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Organizations need faster, more accurate ways to identify suspicious behavior and prevent financial loss.</a:t>
            </a:r>
            <a:b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The challenge is understanding how transaction patterns correlate with fraud and how BI tools can support detection and response.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2991" y="767825"/>
            <a:ext cx="381009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Research Question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2866A-4E0F-4694-1C98-607AB8C1B6A2}"/>
              </a:ext>
            </a:extLst>
          </p:cNvPr>
          <p:cNvSpPr txBox="1"/>
          <p:nvPr/>
        </p:nvSpPr>
        <p:spPr>
          <a:xfrm>
            <a:off x="1200564" y="2535446"/>
            <a:ext cx="6737617" cy="3554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b="1" i="0" u="none" strike="noStrike">
                <a:effectLst/>
              </a:rPr>
              <a:t>Primary Question:</a:t>
            </a:r>
            <a:br>
              <a:rPr lang="en-US" b="0" i="0" u="none" strike="noStrike">
                <a:effectLst/>
              </a:rPr>
            </a:br>
            <a:r>
              <a:rPr lang="en-US" b="0" i="0" u="none" strike="noStrike">
                <a:effectLst/>
              </a:rPr>
              <a:t>How can transactional patterns be analyzed to detect fraudulent financial behavior and support risk prevention strategies?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b="1" i="0" u="none" strike="noStrike">
                <a:effectLst/>
              </a:rPr>
              <a:t>Supporting Questions:</a:t>
            </a:r>
            <a:endParaRPr lang="en-US" b="0" i="0" u="none" strike="noStrike">
              <a:effectLst/>
            </a:endParaRP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b="0" i="0" u="none" strike="noStrike">
                <a:effectLst/>
              </a:rPr>
              <a:t>Which transaction types carry the highest fraud risk?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b="0" i="0" u="none" strike="noStrike">
                <a:effectLst/>
              </a:rPr>
              <a:t>What patterns in amount, frequency, or account behavior indicate fraud?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b="0" i="0" u="none" strike="noStrike">
                <a:effectLst/>
              </a:rPr>
              <a:t>How do account balances change during fraud?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b="0" i="0" u="none" strike="noStrike">
                <a:effectLst/>
              </a:rPr>
              <a:t>Can machine learning group high-risk users or transactions?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Dataset Overview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60EC5EC-3579-1E52-0BE9-B4B4A6CA0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564" y="2535446"/>
            <a:ext cx="6737617" cy="35544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Dataset: 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PaySim1 Synthetic Financial Transaction Dataset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Source: Kaggle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Size: 6.3 million transactions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Key fields:</a:t>
            </a:r>
          </a:p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Transaction type</a:t>
            </a:r>
          </a:p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Amount</a:t>
            </a:r>
          </a:p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Old/New balance (origin/destination)</a:t>
            </a:r>
          </a:p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</a:rPr>
              <a:t>IsFraud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</a:rPr>
              <a:t>IsFlaggedFraud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The dataset simulates realistic mobile money transactions and fraud scenarios.</a:t>
            </a:r>
          </a:p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Dataset Schema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19FB9F-91BC-0179-7BF0-D758F41D0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564" y="2535446"/>
            <a:ext cx="6737617" cy="35544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Main Columns:</a:t>
            </a:r>
          </a:p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step – Time step (1 hour increments)</a:t>
            </a:r>
          </a:p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type – Transaction category</a:t>
            </a:r>
          </a:p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amount</a:t>
            </a:r>
          </a:p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oldbalanceOrg / newbalanceOrg</a:t>
            </a:r>
          </a:p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oldbalanceDest / newbalanceDest</a:t>
            </a:r>
          </a:p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isFraud – Flag for fraudulent transactions</a:t>
            </a:r>
          </a:p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isFlaggedFraud – Manually flagged anomalies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Schema supports both behavioral and risk-based analysis.</a:t>
            </a:r>
          </a:p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F645BF8-7885-4398-80BC-4C0DF24F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12FB65-CD2B-4005-B910-132DCE19F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A35CBD63-8F8F-47DC-9CE7-159E6161D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A0E3486-FD49-4921-B4F4-E5BB5C88A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3"/>
            <a:ext cx="268318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689" y="1123837"/>
            <a:ext cx="2210611" cy="10381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100" spc="-60"/>
              <a:t>Fraud Types Overview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00948D-45D7-DA0D-DA3A-C3B86A02EE17}"/>
              </a:ext>
            </a:extLst>
          </p:cNvPr>
          <p:cNvSpPr txBox="1"/>
          <p:nvPr/>
        </p:nvSpPr>
        <p:spPr>
          <a:xfrm>
            <a:off x="189690" y="2162014"/>
            <a:ext cx="2210611" cy="3744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Most fraud in this dataset occurs during:</a:t>
            </a:r>
          </a:p>
          <a:p>
            <a:pPr lvl="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1400" b="1">
                <a:solidFill>
                  <a:srgbClr val="FFFFFF"/>
                </a:solidFill>
              </a:rPr>
              <a:t>TRANSFER</a:t>
            </a:r>
            <a:r>
              <a:rPr lang="en-US" sz="1400">
                <a:solidFill>
                  <a:srgbClr val="FFFFFF"/>
                </a:solidFill>
              </a:rPr>
              <a:t> transactions</a:t>
            </a:r>
          </a:p>
          <a:p>
            <a:pPr lvl="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1400" b="1">
                <a:solidFill>
                  <a:srgbClr val="FFFFFF"/>
                </a:solidFill>
              </a:rPr>
              <a:t>CASH_OUT</a:t>
            </a:r>
            <a:r>
              <a:rPr lang="en-US" sz="1400">
                <a:solidFill>
                  <a:srgbClr val="FFFFFF"/>
                </a:solidFill>
              </a:rPr>
              <a:t> transactions</a:t>
            </a:r>
            <a:br>
              <a:rPr lang="en-US" sz="1400">
                <a:solidFill>
                  <a:srgbClr val="FFFFFF"/>
                </a:solidFill>
              </a:rPr>
            </a:br>
            <a:r>
              <a:rPr lang="en-US" sz="1400">
                <a:solidFill>
                  <a:srgbClr val="FFFFFF"/>
                </a:solidFill>
              </a:rPr>
              <a:t>Fraudsters commonly move money between accounts and immediately cash out.</a:t>
            </a:r>
            <a:br>
              <a:rPr lang="en-US" sz="1400">
                <a:solidFill>
                  <a:srgbClr val="FFFFFF"/>
                </a:solidFill>
              </a:rPr>
            </a:br>
            <a:r>
              <a:rPr lang="en-US" sz="1400">
                <a:solidFill>
                  <a:srgbClr val="FFFFFF"/>
                </a:solidFill>
              </a:rPr>
              <a:t>Patterns focus on sudden balance changes and unusual transfer flows.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sz="1400">
              <a:solidFill>
                <a:srgbClr val="FFFFFF"/>
              </a:solidFill>
            </a:endParaRPr>
          </a:p>
        </p:txBody>
      </p:sp>
      <p:pic>
        <p:nvPicPr>
          <p:cNvPr id="3" name="Picture 2" descr="A graph showing a number of blue bars&#10;&#10;AI-generated content may be incorrect.">
            <a:extLst>
              <a:ext uri="{FF2B5EF4-FFF2-40B4-BE49-F238E27FC236}">
                <a16:creationId xmlns:a16="http://schemas.microsoft.com/office/drawing/2014/main" id="{9043C450-D929-076D-D92B-B216FB597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1" y="2079096"/>
            <a:ext cx="5618522" cy="2682844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83B4A72C-2924-4CE2-8674-7E02E182E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F645BF8-7885-4398-80BC-4C0DF24F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12FB65-CD2B-4005-B910-132DCE19F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1577AD-DA5F-48B3-8FB9-5199BA9EE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5350"/>
            <a:ext cx="3481671" cy="5330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936" y="1123837"/>
            <a:ext cx="3012087" cy="12554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spc="-60"/>
              <a:t>Python Workflow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936" y="2510395"/>
            <a:ext cx="3012087" cy="32745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 indent="-182880"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Load and inspect dataset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Clean and preprocess data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Perform exploratory data analysis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Analyze fraud distribution and patterns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Engineer features for ML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Create clustering or classification models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Export aggregated data to Power BI</a:t>
            </a:r>
          </a:p>
          <a:p>
            <a:pPr indent="-182880">
              <a:buFont typeface="Wingdings 2" pitchFamily="18" charset="2"/>
              <a:buChar char=""/>
            </a:pPr>
            <a:endParaRPr lang="en-US" sz="1400">
              <a:solidFill>
                <a:srgbClr val="FFFFFF"/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55102E-84B2-2BAC-EA43-A1415E7A5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097" y="2484246"/>
            <a:ext cx="4645325" cy="1881356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58F82369-A795-FB8C-4ED0-6F5D1C822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915" y="3082752"/>
            <a:ext cx="184731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Data Cleaning Steps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Handle missing values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Standardize transaction names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Validate numerical columns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Create derived fields (e.g., balance differences)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Remove irrelevant variables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Filter out incomplete or impossible transactions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Exploratory Data Analysis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Explored patterns in: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Transaction type frequencies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Fraud occurrences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Amount distributions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Account balance changes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Daily/hourly fraud trends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Visualized distributions to understand baseline patterns and unusual behaviors.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F645BF8-7885-4398-80BC-4C0DF24F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12FB65-CD2B-4005-B910-132DCE19F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1577AD-DA5F-48B3-8FB9-5199BA9EE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5350"/>
            <a:ext cx="3481671" cy="5330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936" y="1123837"/>
            <a:ext cx="3012087" cy="12554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Transaction Type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936" y="2510395"/>
            <a:ext cx="3012087" cy="32745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 sz="1600">
                <a:solidFill>
                  <a:srgbClr val="FFFFFF"/>
                </a:solidFill>
              </a:rPr>
              <a:t>Top transaction types by volume: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600">
                <a:solidFill>
                  <a:srgbClr val="FFFFFF"/>
                </a:solidFill>
              </a:rPr>
              <a:t>CASH_OUT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600">
                <a:solidFill>
                  <a:srgbClr val="FFFFFF"/>
                </a:solidFill>
              </a:rPr>
              <a:t>PAYMENT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600">
                <a:solidFill>
                  <a:srgbClr val="FFFFFF"/>
                </a:solidFill>
              </a:rPr>
              <a:t>CASH_IN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600">
                <a:solidFill>
                  <a:srgbClr val="FFFFFF"/>
                </a:solidFill>
              </a:rPr>
              <a:t>TRANSFER</a:t>
            </a:r>
            <a:br>
              <a:rPr lang="en-US" sz="1600">
                <a:solidFill>
                  <a:srgbClr val="FFFFFF"/>
                </a:solidFill>
              </a:rPr>
            </a:br>
            <a:r>
              <a:rPr lang="en-US" sz="1600">
                <a:solidFill>
                  <a:srgbClr val="FFFFFF"/>
                </a:solidFill>
              </a:rPr>
              <a:t>Top transaction types by </a:t>
            </a:r>
            <a:r>
              <a:rPr lang="en-US" sz="1600" b="1">
                <a:solidFill>
                  <a:srgbClr val="FFFFFF"/>
                </a:solidFill>
              </a:rPr>
              <a:t>fraud concentration:</a:t>
            </a:r>
            <a:endParaRPr lang="en-US" sz="1600">
              <a:solidFill>
                <a:srgbClr val="FFFFFF"/>
              </a:solidFill>
            </a:endParaRPr>
          </a:p>
          <a:p>
            <a:pPr lvl="0" indent="-182880">
              <a:buFont typeface="Wingdings 2" pitchFamily="18" charset="2"/>
              <a:buChar char=""/>
            </a:pPr>
            <a:r>
              <a:rPr lang="en-US" sz="1600">
                <a:solidFill>
                  <a:srgbClr val="FFFFFF"/>
                </a:solidFill>
              </a:rPr>
              <a:t>TRANSFER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600">
                <a:solidFill>
                  <a:srgbClr val="FFFFFF"/>
                </a:solidFill>
              </a:rPr>
              <a:t>CASH_OUT</a:t>
            </a:r>
          </a:p>
          <a:p>
            <a:pPr indent="-182880">
              <a:buFont typeface="Wingdings 2" pitchFamily="18" charset="2"/>
              <a:buChar char=""/>
            </a:pPr>
            <a:endParaRPr lang="en-US" sz="160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7FE49C-76F9-A188-57E3-C3685A9B1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097" y="1979067"/>
            <a:ext cx="4645325" cy="28917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Fraud Rate by Transaction Type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Fraud rate (example pattern):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b="1">
                <a:solidFill>
                  <a:schemeClr val="tx1"/>
                </a:solidFill>
              </a:rPr>
              <a:t>TRANSFER:</a:t>
            </a:r>
            <a:r>
              <a:rPr lang="en-US">
                <a:solidFill>
                  <a:schemeClr val="tx1"/>
                </a:solidFill>
              </a:rPr>
              <a:t> Highest fraud rate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b="1">
                <a:solidFill>
                  <a:schemeClr val="tx1"/>
                </a:solidFill>
              </a:rPr>
              <a:t>CASH_OUT:</a:t>
            </a:r>
            <a:r>
              <a:rPr lang="en-US">
                <a:solidFill>
                  <a:schemeClr val="tx1"/>
                </a:solidFill>
              </a:rPr>
              <a:t> Second highest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PAYMENT, DEBIT: Very low or zero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Insight: Fraudsters frequently move funds through TRANSFER before cashing out.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Amount Pattern Analysis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Fraudulent transactions typically involve: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Higher-than-average amounts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Sudden spikes in transaction volume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Repetitive high-value transactions in short windows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Often tied to draining account balances quickly.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2697" y="761999"/>
            <a:ext cx="219398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864E5C9-52C9-4572-AC75-548B9B9C2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CC6500-4DBD-4C34-BC14-2387FB483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3481671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9EF037-A1C8-5F39-A020-5AB1620EF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86" y="1298448"/>
            <a:ext cx="2444016" cy="325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spc="-100"/>
              <a:t>Fraud Amount vs Non Fraud</a:t>
            </a:r>
          </a:p>
        </p:txBody>
      </p:sp>
      <p:pic>
        <p:nvPicPr>
          <p:cNvPr id="4" name="Content Placeholder 3" descr="A graph of a diagram&#10;&#10;AI-generated content may be incorrect.">
            <a:extLst>
              <a:ext uri="{FF2B5EF4-FFF2-40B4-BE49-F238E27FC236}">
                <a16:creationId xmlns:a16="http://schemas.microsoft.com/office/drawing/2014/main" id="{A2E17534-E908-53ED-A48E-4A563CF45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0480" y="2069890"/>
            <a:ext cx="4775453" cy="27100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E34A3B6-BAD2-4156-BDC6-4736248BF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48045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2697" y="761999"/>
            <a:ext cx="219398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203ABB4-7E2A-4248-9FE7-4A419AFF2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26970D-C1E5-4FB1-84E8-86CB9CED1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8780525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927A52-411E-EEE5-C1B1-0E7ADD08A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86" y="4590661"/>
            <a:ext cx="7658146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900" spc="-100"/>
              <a:t>Fraud Spikes Over Time</a:t>
            </a:r>
          </a:p>
        </p:txBody>
      </p:sp>
      <p:pic>
        <p:nvPicPr>
          <p:cNvPr id="4" name="Content Placeholder 3" descr="A graph with red lines&#10;&#10;AI-generated content may be incorrect.">
            <a:extLst>
              <a:ext uri="{FF2B5EF4-FFF2-40B4-BE49-F238E27FC236}">
                <a16:creationId xmlns:a16="http://schemas.microsoft.com/office/drawing/2014/main" id="{9B3DE4B0-B954-91A2-D619-1462BA498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7671" y="484632"/>
            <a:ext cx="7567567" cy="355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98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2697" y="761999"/>
            <a:ext cx="219398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864E5C9-52C9-4572-AC75-548B9B9C2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CC6500-4DBD-4C34-BC14-2387FB483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3481671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7B9D5B-620E-60A6-53E3-8930166B8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86" y="1298448"/>
            <a:ext cx="2444016" cy="325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spc="-100"/>
              <a:t>High Value Fraud Transactions Over Time</a:t>
            </a:r>
          </a:p>
        </p:txBody>
      </p:sp>
      <p:pic>
        <p:nvPicPr>
          <p:cNvPr id="4" name="Content Placeholder 3" descr="A graph with red dots&#10;&#10;AI-generated content may be incorrect.">
            <a:extLst>
              <a:ext uri="{FF2B5EF4-FFF2-40B4-BE49-F238E27FC236}">
                <a16:creationId xmlns:a16="http://schemas.microsoft.com/office/drawing/2014/main" id="{18A26D9C-E71C-7707-BB87-50EB399BED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0480" y="2117644"/>
            <a:ext cx="4775453" cy="261455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E34A3B6-BAD2-4156-BDC6-4736248BF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30537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2697" y="761999"/>
            <a:ext cx="219398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864E5C9-52C9-4572-AC75-548B9B9C2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CC6500-4DBD-4C34-BC14-2387FB483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3481671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59002B-B742-EEED-E449-637E240CF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86" y="1298448"/>
            <a:ext cx="2444016" cy="325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spc="-100"/>
              <a:t>Balance Draining Fraud Transactions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821BA48-E3DA-5936-85A8-6CB18F9CC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0480" y="2153459"/>
            <a:ext cx="4775453" cy="254292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E34A3B6-BAD2-4156-BDC6-4736248BF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64230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Balance Change Patterns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Fraud patterns seen: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New balance dropping to zero after cash-out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Large transfers from accounts with unusually high balances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Negative or illogical balance differences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These patterns help model suspicious account behavior.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Feature Engineering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Created new fields to improve detection: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err="1">
                <a:solidFill>
                  <a:schemeClr val="tx1"/>
                </a:solidFill>
              </a:rPr>
              <a:t>balance_diff_org</a:t>
            </a:r>
            <a:endParaRPr lang="en-US">
              <a:solidFill>
                <a:schemeClr val="tx1"/>
              </a:solidFill>
            </a:endParaRPr>
          </a:p>
          <a:p>
            <a:pPr lvl="0" indent="-182880">
              <a:buFont typeface="Wingdings 2" pitchFamily="18" charset="2"/>
              <a:buChar char=""/>
            </a:pPr>
            <a:r>
              <a:rPr lang="en-US" err="1">
                <a:solidFill>
                  <a:schemeClr val="tx1"/>
                </a:solidFill>
              </a:rPr>
              <a:t>balance_diff_dest</a:t>
            </a:r>
            <a:endParaRPr lang="en-US">
              <a:solidFill>
                <a:schemeClr val="tx1"/>
              </a:solidFill>
            </a:endParaRPr>
          </a:p>
          <a:p>
            <a:pPr lvl="0" indent="-182880">
              <a:buFont typeface="Wingdings 2" pitchFamily="18" charset="2"/>
              <a:buChar char=""/>
            </a:pPr>
            <a:r>
              <a:rPr lang="en-US" err="1">
                <a:solidFill>
                  <a:schemeClr val="tx1"/>
                </a:solidFill>
              </a:rPr>
              <a:t>high_value_flag</a:t>
            </a:r>
            <a:endParaRPr lang="en-US">
              <a:solidFill>
                <a:schemeClr val="tx1"/>
              </a:solidFill>
            </a:endParaRPr>
          </a:p>
          <a:p>
            <a:pPr lvl="0" indent="-182880">
              <a:buFont typeface="Wingdings 2" pitchFamily="18" charset="2"/>
              <a:buChar char=""/>
            </a:pPr>
            <a:r>
              <a:rPr lang="en-US" err="1">
                <a:solidFill>
                  <a:schemeClr val="tx1"/>
                </a:solidFill>
              </a:rPr>
              <a:t>is_zero_balance_after</a:t>
            </a:r>
            <a:endParaRPr lang="en-US">
              <a:solidFill>
                <a:schemeClr val="tx1"/>
              </a:solidFill>
            </a:endParaRP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Normalized transaction amounts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These features improved clustering and classification performance.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Clustering Overview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Used clustering to segment transactions/users into behavior groups: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Normal activity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High-value, low-frequency users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High-frequency transactional users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Suspicious spikes or transfer-heavy segments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Helps identify outlier patterns.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Clustering Results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Clusters identified patterns such as: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Accounts repeatedly sending large transfers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Accounts cashing out immediately after receiving funds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Low-activity accounts with sudden large withdrawals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These segments represent red flags in fraud detection.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Classification Overview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Models tested: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Logistic Regression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Random Forest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Gradient Boosting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Goal: Predict whether a transaction is fraudulent based on features.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Classification Model Results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Typical model behavior: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High precision for TRANSFER/CASH_OUT fraud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Random Forest performed best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False positives occurred around high-value legitimate transfers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Overall, model successfully identified fraud patterns in the dataset.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Python Visualizations Summary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Included visuals such as: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Fraud distribution charts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Amount boxplots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Heatmaps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Clustering diagrams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Model accuracy/confusion matrices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These visuals informed Power BI design.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Power BI Workflow Overview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Import processed data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Build star schema or table relationships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Create DAX measures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Develop interactive visuals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Add filters, drilldowns, and user segments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Design dashboard for fraud detection insights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Power BI Data Model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Model includes: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err="1">
                <a:solidFill>
                  <a:schemeClr val="tx1"/>
                </a:solidFill>
              </a:rPr>
              <a:t>FactTransactions</a:t>
            </a:r>
            <a:endParaRPr lang="en-US">
              <a:solidFill>
                <a:schemeClr val="tx1"/>
              </a:solidFill>
            </a:endParaRPr>
          </a:p>
          <a:p>
            <a:pPr lvl="0" indent="-182880">
              <a:buFont typeface="Wingdings 2" pitchFamily="18" charset="2"/>
              <a:buChar char=""/>
            </a:pPr>
            <a:r>
              <a:rPr lang="en-US" err="1">
                <a:solidFill>
                  <a:schemeClr val="tx1"/>
                </a:solidFill>
              </a:rPr>
              <a:t>DimTransactionType</a:t>
            </a:r>
            <a:endParaRPr lang="en-US">
              <a:solidFill>
                <a:schemeClr val="tx1"/>
              </a:solidFill>
            </a:endParaRPr>
          </a:p>
          <a:p>
            <a:pPr lvl="0" indent="-182880">
              <a:buFont typeface="Wingdings 2" pitchFamily="18" charset="2"/>
              <a:buChar char=""/>
            </a:pPr>
            <a:r>
              <a:rPr lang="en-US" err="1">
                <a:solidFill>
                  <a:schemeClr val="tx1"/>
                </a:solidFill>
              </a:rPr>
              <a:t>DimAccount</a:t>
            </a:r>
            <a:endParaRPr lang="en-US">
              <a:solidFill>
                <a:schemeClr val="tx1"/>
              </a:solidFill>
            </a:endParaRPr>
          </a:p>
          <a:p>
            <a:pPr lvl="0" indent="-182880">
              <a:buFont typeface="Wingdings 2" pitchFamily="18" charset="2"/>
              <a:buChar char=""/>
            </a:pPr>
            <a:r>
              <a:rPr lang="en-US" err="1">
                <a:solidFill>
                  <a:schemeClr val="tx1"/>
                </a:solidFill>
              </a:rPr>
              <a:t>DimDate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Star-schema structure improves filtering and performance.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F645BF8-7885-4398-80BC-4C0DF24F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212FB65-CD2B-4005-B910-132DCE19F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1577AD-DA5F-48B3-8FB9-5199BA9EE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5350"/>
            <a:ext cx="3481671" cy="5330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936" y="1123837"/>
            <a:ext cx="3012087" cy="12554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DAX Measures Used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936" y="2510395"/>
            <a:ext cx="3012087" cy="32745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 sz="1700">
                <a:solidFill>
                  <a:srgbClr val="FFFFFF"/>
                </a:solidFill>
              </a:rPr>
              <a:t>Examples: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700">
                <a:solidFill>
                  <a:srgbClr val="FFFFFF"/>
                </a:solidFill>
              </a:rPr>
              <a:t>Fraud Rate = SUM(isFraud)/COUNTROWS(...)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700">
                <a:solidFill>
                  <a:srgbClr val="FFFFFF"/>
                </a:solidFill>
              </a:rPr>
              <a:t>Avg Transaction Amount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700">
                <a:solidFill>
                  <a:srgbClr val="FFFFFF"/>
                </a:solidFill>
              </a:rPr>
              <a:t>High-Risk Transaction Count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700">
                <a:solidFill>
                  <a:srgbClr val="FFFFFF"/>
                </a:solidFill>
              </a:rPr>
              <a:t>Total Fraud Loss (estimated)</a:t>
            </a:r>
            <a:br>
              <a:rPr lang="en-US" sz="1700">
                <a:solidFill>
                  <a:srgbClr val="FFFFFF"/>
                </a:solidFill>
              </a:rPr>
            </a:br>
            <a:r>
              <a:rPr lang="en-US" sz="1700">
                <a:solidFill>
                  <a:srgbClr val="FFFFFF"/>
                </a:solidFill>
              </a:rPr>
              <a:t>Measures drive calculations and KPIs.</a:t>
            </a:r>
          </a:p>
          <a:p>
            <a:pPr indent="-182880">
              <a:buFont typeface="Wingdings 2" pitchFamily="18" charset="2"/>
              <a:buChar char=""/>
            </a:pPr>
            <a:endParaRPr lang="en-US" sz="1700">
              <a:solidFill>
                <a:srgbClr val="FFFFFF"/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E39C97-6241-FDBC-EC15-729D4AA2D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023" y="4688213"/>
            <a:ext cx="9344603" cy="140169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86EEAC6-011F-4499-ACFF-2FDC742DB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970F14D-B6E6-40EA-96B4-4E18D0CF9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A46AE2-F9B2-6704-DC42-24AA08BFF1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01" r="27999" b="-1"/>
          <a:stretch>
            <a:fillRect/>
          </a:stretch>
        </p:blipFill>
        <p:spPr>
          <a:xfrm>
            <a:off x="2332892" y="854206"/>
            <a:ext cx="6621418" cy="4966067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5A133C1E-CB83-47F3-8F35-94C2A7C58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689" y="1123837"/>
            <a:ext cx="2210611" cy="12834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100" spc="-60"/>
              <a:t>Dashboard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690" y="2407298"/>
            <a:ext cx="2210611" cy="34989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The dashboard includes: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Fraud trends over time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High-risk transaction types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Geographic or account-based fraud hotspots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Transaction flow diagrams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Filters for transaction type, amount, date, risk level</a:t>
            </a:r>
          </a:p>
          <a:p>
            <a:pPr indent="-182880">
              <a:buFont typeface="Wingdings 2" pitchFamily="18" charset="2"/>
              <a:buChar char=""/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9E943A-225D-44B1-B345-D7FDBA43C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86EEAC6-011F-4499-ACFF-2FDC742DB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70F14D-B6E6-40EA-96B4-4E18D0CF9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E4E213-4434-63E7-2005-59CA5906D0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65" r="19603" b="1"/>
          <a:stretch>
            <a:fillRect/>
          </a:stretch>
        </p:blipFill>
        <p:spPr>
          <a:xfrm>
            <a:off x="2192754" y="758952"/>
            <a:ext cx="6669144" cy="500186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A133C1E-CB83-47F3-8F35-94C2A7C58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689" y="1123837"/>
            <a:ext cx="2210611" cy="12834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100" spc="-60"/>
              <a:t>Fraud Trend Visuals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690" y="2407298"/>
            <a:ext cx="2210611" cy="34989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Charts show: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Hourly or daily spikes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Trends by transaction type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Anomalies in specific customer groups</a:t>
            </a:r>
            <a:br>
              <a:rPr lang="en-US" sz="1400">
                <a:solidFill>
                  <a:srgbClr val="FFFFFF"/>
                </a:solidFill>
              </a:rPr>
            </a:br>
            <a:r>
              <a:rPr lang="en-US" sz="1400">
                <a:solidFill>
                  <a:srgbClr val="FFFFFF"/>
                </a:solidFill>
              </a:rPr>
              <a:t>Helps identify patterns over time.</a:t>
            </a:r>
          </a:p>
          <a:p>
            <a:pPr indent="-182880">
              <a:buFont typeface="Wingdings 2" pitchFamily="18" charset="2"/>
              <a:buChar char=""/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9E943A-225D-44B1-B345-D7FDBA43C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F645BF8-7885-4398-80BC-4C0DF24F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212FB65-CD2B-4005-B910-132DCE19F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A35CBD63-8F8F-47DC-9CE7-159E6161D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A0E3486-FD49-4921-B4F4-E5BB5C88A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3"/>
            <a:ext cx="268318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689" y="1123837"/>
            <a:ext cx="2210611" cy="10381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100" spc="-60"/>
              <a:t>High-Risk Transaction Types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690" y="2162014"/>
            <a:ext cx="2210611" cy="37442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Visual highlights categories with highest fraud risk: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TRANSFER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 sz="1400">
                <a:solidFill>
                  <a:srgbClr val="FFFFFF"/>
                </a:solidFill>
              </a:rPr>
              <a:t>CASH_OUT</a:t>
            </a:r>
            <a:br>
              <a:rPr lang="en-US" sz="1400">
                <a:solidFill>
                  <a:srgbClr val="FFFFFF"/>
                </a:solidFill>
              </a:rPr>
            </a:br>
            <a:r>
              <a:rPr lang="en-US" sz="1400">
                <a:solidFill>
                  <a:srgbClr val="FFFFFF"/>
                </a:solidFill>
              </a:rPr>
              <a:t>Includes slicers to drill down by amount and account behavior.</a:t>
            </a:r>
          </a:p>
          <a:p>
            <a:pPr indent="-182880">
              <a:buFont typeface="Wingdings 2" pitchFamily="18" charset="2"/>
              <a:buChar char=""/>
            </a:pPr>
            <a:endParaRPr lang="en-US" sz="1400">
              <a:solidFill>
                <a:srgbClr val="FFFFFF"/>
              </a:solidFill>
            </a:endParaRPr>
          </a:p>
        </p:txBody>
      </p:sp>
      <p:pic>
        <p:nvPicPr>
          <p:cNvPr id="4" name="Picture 3" descr="A graph of blue bars&#10;&#10;AI-generated content may be incorrect.">
            <a:extLst>
              <a:ext uri="{FF2B5EF4-FFF2-40B4-BE49-F238E27FC236}">
                <a16:creationId xmlns:a16="http://schemas.microsoft.com/office/drawing/2014/main" id="{3053529E-3C1D-D601-D508-F81408AF1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1" y="2036957"/>
            <a:ext cx="5618522" cy="2767122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83B4A72C-2924-4CE2-8674-7E02E182E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Fraud Hotspots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Mapped and segmented views of: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High-risk accounts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High-value fraud events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Frequent suspicious transactions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Heatmaps surface concentrated problem areas.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User Segmentation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Power BI clusters users by: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Behavior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Volume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Risk level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Helps analysts focus on the most suspicious account groups.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Interactive Filters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Includes filters for: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Transaction type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Amount ranges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Time of day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Fraud status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Account segments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Enables targeted risk analysis.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Dashboard Insights Summary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Key insights identified: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Fraud is concentrated in a small subset of transaction types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Amount and balance patterns reveal strong fraud indicators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Sudden account depletion is a major red flag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Data supports early-warning fraud detection systems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Findings Summary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This project revealed that: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Fraud follows predictable behavioral patterns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Machine learning models can detect suspicious activity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BI dashboards help visualize risk in real time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Combining Python + Power BI strengthens fraud detection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Risk Insights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Notable fraud behaviors observed: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Rapid fund movement between multiple accounts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Large transfers followed by immediate cash-outs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Inconsistent balance behavior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High-frequency transactions from new accounts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115F77-2FAE-4CA7-9A7F-10D5F2C8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D4C046-A04C-46CC-AFA3-6B0621F62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2697" y="761999"/>
            <a:ext cx="219398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6C7A97A-A7DE-4DFB-8542-1E4BF24C7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111DB0-3D73-4D20-9D57-CEF5A0D86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3481671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DAE4E-6B76-CA6F-72BA-0AB153A95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1298448"/>
            <a:ext cx="2763802" cy="325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900" spc="-100"/>
              <a:t>Python Analysis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CE8A57-F9FC-40D5-F584-2030F5D69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497" r="9369" b="3"/>
          <a:stretch>
            <a:fillRect/>
          </a:stretch>
        </p:blipFill>
        <p:spPr>
          <a:xfrm>
            <a:off x="4573726" y="759599"/>
            <a:ext cx="3423982" cy="370600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27ADCA0-A066-4B16-8E1F-3C2483947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DAD56B-B2F3-0C5E-BEC1-7F713462DC9E}"/>
              </a:ext>
            </a:extLst>
          </p:cNvPr>
          <p:cNvSpPr txBox="1"/>
          <p:nvPr/>
        </p:nvSpPr>
        <p:spPr>
          <a:xfrm>
            <a:off x="3499838" y="4692025"/>
            <a:ext cx="534024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Measures impact of Features on Fraud Likeliness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OldBalanceOrg has biggest impact on Fraud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Transfer and CashOuts most likely to be Fraud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Positive values improve Likeliness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Negative values make Fraud more unlikely</a:t>
            </a:r>
          </a:p>
        </p:txBody>
      </p:sp>
    </p:spTree>
    <p:extLst>
      <p:ext uri="{BB962C8B-B14F-4D97-AF65-F5344CB8AC3E}">
        <p14:creationId xmlns:p14="http://schemas.microsoft.com/office/powerpoint/2010/main" val="36539221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Business Implications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Organizations can use these insights to: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Strengthen fraud monitoring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Set up automated alerts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Prioritize high-risk account reviews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Improve compliance and auditing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Reduce financial losses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Recommendations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Implement ML-driven fraud scoring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Add real-time monitoring dashboards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Track account behavior over time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Use anomaly detection methods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Conduct periodic model tuning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Limitations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Synthetic dataset (not real customer data)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Models may overfit to dataset patterns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Limited external features (e.g., user demographics)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No real-time streaming or external validation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Future Work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Integrate real-world or multi-source datasets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Build a real-time detection system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Add graph-based analysis for account networks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Explore generative AI for fraud explanation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F4AD318-2FB6-4C6E-931E-58E404FA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9">
            <a:extLst>
              <a:ext uri="{FF2B5EF4-FFF2-40B4-BE49-F238E27FC236}">
                <a16:creationId xmlns:a16="http://schemas.microsoft.com/office/drawing/2014/main" id="{1A118E35-1CBF-4863-8497-F4DF1A166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686" y="752748"/>
            <a:ext cx="751111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Freeform: Shape 11">
            <a:extLst>
              <a:ext uri="{FF2B5EF4-FFF2-40B4-BE49-F238E27FC236}">
                <a16:creationId xmlns:a16="http://schemas.microsoft.com/office/drawing/2014/main" id="{6E187274-5DC2-4BE0-AF99-925D6D973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0320" y="761999"/>
            <a:ext cx="3156367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292333" cy="325526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96526" y="4084889"/>
            <a:ext cx="2266216" cy="1709159"/>
          </a:xfrm>
        </p:spPr>
        <p:txBody>
          <a:bodyPr>
            <a:normAutofit/>
          </a:bodyPr>
          <a:lstStyle/>
          <a:p>
            <a:pPr algn="r"/>
            <a:r>
              <a:rPr lang="en-US" sz="1100">
                <a:solidFill>
                  <a:srgbClr val="FFFFFF"/>
                </a:solidFill>
              </a:rPr>
              <a:t>Python + Power BI together provide a strong BI framework for detecting fraudulent financial activity.</a:t>
            </a:r>
            <a:br>
              <a:rPr lang="en-US" sz="1100">
                <a:solidFill>
                  <a:srgbClr val="FFFFFF"/>
                </a:solidFill>
              </a:rPr>
            </a:br>
            <a:r>
              <a:rPr lang="en-US" sz="1100">
                <a:solidFill>
                  <a:srgbClr val="FFFFFF"/>
                </a:solidFill>
              </a:rPr>
              <a:t>The project demonstrates how data analytics, BI modeling, and visualization work together to support proactive fraud prevention and strategic decision-making.</a:t>
            </a:r>
          </a:p>
          <a:p>
            <a:pPr algn="r"/>
            <a:endParaRPr lang="en-US" sz="11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References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Kaggle PaySim dataset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IBM Fraud Detection Research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Microsoft Power BI Documentation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Scikit-learn docs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Financial fraud academic papers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Python EDA tutorials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(Insert full APA references)</a:t>
            </a:r>
          </a:p>
          <a:p>
            <a:pPr indent="-182880">
              <a:buFont typeface="Wingdings 2" pitchFamily="18" charset="2"/>
              <a:buChar char="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565" y="1087374"/>
            <a:ext cx="6737617" cy="10009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/>
              <a:t>Appendix Overview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564" y="2535446"/>
            <a:ext cx="6737617" cy="3554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Additional screenshots, visuals, and model outputs: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Python plots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Power BI model screenshots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Sample transactions</a:t>
            </a:r>
          </a:p>
          <a:p>
            <a:pPr lvl="0"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Cluster diagrams</a:t>
            </a:r>
          </a:p>
          <a:p>
            <a:pPr indent="-182880">
              <a:buFont typeface="Wingdings 2" pitchFamily="18" charset="2"/>
              <a:buChar char=""/>
            </a:pPr>
            <a:r>
              <a:rPr lang="en-US">
                <a:solidFill>
                  <a:schemeClr val="tx1"/>
                </a:solidFill>
              </a:rPr>
              <a:t>Dashboard interactions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Application>Microsoft Office PowerPoint</Application>
  <PresentationFormat>On-screen Show (4:3)</PresentationFormat>
  <Slides>44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Frame</vt:lpstr>
      <vt:lpstr>Analyzing Financial Transaction Patterns and Fraud Detection Using Python &amp; Power BI</vt:lpstr>
      <vt:lpstr>Abstract / Executive Overview</vt:lpstr>
      <vt:lpstr>Problem Statement</vt:lpstr>
      <vt:lpstr>Research Question</vt:lpstr>
      <vt:lpstr>Dataset Overview</vt:lpstr>
      <vt:lpstr>Dataset Schema</vt:lpstr>
      <vt:lpstr>Fraud Types Overview</vt:lpstr>
      <vt:lpstr>Python Workflow Overview</vt:lpstr>
      <vt:lpstr>Data Cleaning Steps</vt:lpstr>
      <vt:lpstr>Exploratory Data Analysis</vt:lpstr>
      <vt:lpstr>Transaction Type Analysis</vt:lpstr>
      <vt:lpstr>Fraud Rate by Transaction Type</vt:lpstr>
      <vt:lpstr>Amount Pattern Analysis</vt:lpstr>
      <vt:lpstr>Fraud Amount vs Non Fraud</vt:lpstr>
      <vt:lpstr>Fraud Spikes Over Time</vt:lpstr>
      <vt:lpstr>High Value Fraud Transactions Over Time</vt:lpstr>
      <vt:lpstr>Balance Draining Fraud Transactions</vt:lpstr>
      <vt:lpstr>Balance Change Patterns</vt:lpstr>
      <vt:lpstr>Feature Engineering</vt:lpstr>
      <vt:lpstr>Clustering Overview</vt:lpstr>
      <vt:lpstr>Clustering Results</vt:lpstr>
      <vt:lpstr>Classification Overview</vt:lpstr>
      <vt:lpstr>Classification Model Results</vt:lpstr>
      <vt:lpstr>Python Visualizations Summary</vt:lpstr>
      <vt:lpstr>Power BI Workflow Overview</vt:lpstr>
      <vt:lpstr>Power BI Data Model</vt:lpstr>
      <vt:lpstr>DAX Measures Used</vt:lpstr>
      <vt:lpstr>Dashboard Overview</vt:lpstr>
      <vt:lpstr>Fraud Trend Visuals</vt:lpstr>
      <vt:lpstr>High-Risk Transaction Types</vt:lpstr>
      <vt:lpstr>Fraud Hotspots</vt:lpstr>
      <vt:lpstr>User Segmentation</vt:lpstr>
      <vt:lpstr>Interactive Filters</vt:lpstr>
      <vt:lpstr>Dashboard Insights Summary</vt:lpstr>
      <vt:lpstr>Findings Summary</vt:lpstr>
      <vt:lpstr>Risk Insights</vt:lpstr>
      <vt:lpstr>Python Analysis</vt:lpstr>
      <vt:lpstr>Business Implications</vt:lpstr>
      <vt:lpstr>Recommendations</vt:lpstr>
      <vt:lpstr>Limitations</vt:lpstr>
      <vt:lpstr>Future Work</vt:lpstr>
      <vt:lpstr>Conclusion</vt:lpstr>
      <vt:lpstr>References</vt:lpstr>
      <vt:lpstr>Appendix Overview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2025-11-29T15:18:19Z</dcterms:modified>
  <cp:category/>
</cp:coreProperties>
</file>